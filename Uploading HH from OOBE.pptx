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662" r:id="rId2"/>
    <p:sldId id="674" r:id="rId3"/>
    <p:sldId id="666" r:id="rId4"/>
    <p:sldId id="256" r:id="rId5"/>
    <p:sldId id="262" r:id="rId6"/>
    <p:sldId id="257" r:id="rId7"/>
    <p:sldId id="258" r:id="rId8"/>
    <p:sldId id="259" r:id="rId9"/>
    <p:sldId id="668" r:id="rId10"/>
    <p:sldId id="672" r:id="rId11"/>
    <p:sldId id="669" r:id="rId12"/>
    <p:sldId id="673" r:id="rId13"/>
    <p:sldId id="670" r:id="rId14"/>
    <p:sldId id="671"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60" d="100"/>
          <a:sy n="60" d="100"/>
        </p:scale>
        <p:origin x="840"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ndey, Chander Mani" userId="a2745388-6f9e-4558-b74b-e170997cdf04" providerId="ADAL" clId="{69BED7B4-E2DA-49A5-8EFE-C79A1341C198}"/>
    <pc:docChg chg="mod delSld">
      <pc:chgData name="Pandey, Chander Mani" userId="a2745388-6f9e-4558-b74b-e170997cdf04" providerId="ADAL" clId="{69BED7B4-E2DA-49A5-8EFE-C79A1341C198}" dt="2025-11-03T10:14:03.746" v="2" actId="47"/>
      <pc:docMkLst>
        <pc:docMk/>
      </pc:docMkLst>
      <pc:sldChg chg="del">
        <pc:chgData name="Pandey, Chander Mani" userId="a2745388-6f9e-4558-b74b-e170997cdf04" providerId="ADAL" clId="{69BED7B4-E2DA-49A5-8EFE-C79A1341C198}" dt="2025-11-03T10:14:03.746" v="2" actId="47"/>
        <pc:sldMkLst>
          <pc:docMk/>
          <pc:sldMk cId="1077213916" sldId="655"/>
        </pc:sldMkLst>
      </pc:sldChg>
      <pc:sldChg chg="del">
        <pc:chgData name="Pandey, Chander Mani" userId="a2745388-6f9e-4558-b74b-e170997cdf04" providerId="ADAL" clId="{69BED7B4-E2DA-49A5-8EFE-C79A1341C198}" dt="2025-11-03T10:13:53.258" v="1" actId="47"/>
        <pc:sldMkLst>
          <pc:docMk/>
          <pc:sldMk cId="3044099123" sldId="661"/>
        </pc:sldMkLst>
      </pc:sldChg>
      <pc:sldMasterChg chg="delSldLayout">
        <pc:chgData name="Pandey, Chander Mani" userId="a2745388-6f9e-4558-b74b-e170997cdf04" providerId="ADAL" clId="{69BED7B4-E2DA-49A5-8EFE-C79A1341C198}" dt="2025-11-03T10:14:03.746" v="2" actId="47"/>
        <pc:sldMasterMkLst>
          <pc:docMk/>
          <pc:sldMasterMk cId="987927541" sldId="2147483648"/>
        </pc:sldMasterMkLst>
        <pc:sldLayoutChg chg="del">
          <pc:chgData name="Pandey, Chander Mani" userId="a2745388-6f9e-4558-b74b-e170997cdf04" providerId="ADAL" clId="{69BED7B4-E2DA-49A5-8EFE-C79A1341C198}" dt="2025-11-03T10:14:03.746" v="2" actId="47"/>
          <pc:sldLayoutMkLst>
            <pc:docMk/>
            <pc:sldMasterMk cId="987927541" sldId="2147483648"/>
            <pc:sldLayoutMk cId="1932472031" sldId="2147483660"/>
          </pc:sldLayoutMkLst>
        </pc:sldLayoutChg>
        <pc:sldLayoutChg chg="del">
          <pc:chgData name="Pandey, Chander Mani" userId="a2745388-6f9e-4558-b74b-e170997cdf04" providerId="ADAL" clId="{69BED7B4-E2DA-49A5-8EFE-C79A1341C198}" dt="2025-11-03T10:13:53.258" v="1" actId="47"/>
          <pc:sldLayoutMkLst>
            <pc:docMk/>
            <pc:sldMasterMk cId="987927541" sldId="2147483648"/>
            <pc:sldLayoutMk cId="1053992782" sldId="2147483661"/>
          </pc:sldLayoutMkLst>
        </pc:sldLayoutChg>
      </pc:sldMasterChg>
    </pc:docChg>
  </pc:docChgLst>
  <pc:docChgLst>
    <pc:chgData name="Pandey, Chander Mani" userId="a2745388-6f9e-4558-b74b-e170997cdf04" providerId="ADAL" clId="{709EC23F-19A1-4C5D-AA38-CC13D07A917D}"/>
    <pc:docChg chg="custSel modSld">
      <pc:chgData name="Pandey, Chander Mani" userId="a2745388-6f9e-4558-b74b-e170997cdf04" providerId="ADAL" clId="{709EC23F-19A1-4C5D-AA38-CC13D07A917D}" dt="2022-06-08T17:15:44.573" v="18" actId="20577"/>
      <pc:docMkLst>
        <pc:docMk/>
      </pc:docMkLst>
      <pc:sldChg chg="modSp">
        <pc:chgData name="Pandey, Chander Mani" userId="a2745388-6f9e-4558-b74b-e170997cdf04" providerId="ADAL" clId="{709EC23F-19A1-4C5D-AA38-CC13D07A917D}" dt="2022-06-08T17:15:44.573" v="18" actId="20577"/>
        <pc:sldMkLst>
          <pc:docMk/>
          <pc:sldMk cId="4001390220" sldId="25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8528914-AB6F-4C81-86B7-02E9C6454F0E}" type="datetimeFigureOut">
              <a:rPr lang="en-US" smtClean="0"/>
              <a:t>11/3/2025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499B440-028D-4F69-84FE-9E5FADAEDE89}" type="slidenum">
              <a:rPr lang="en-US" smtClean="0"/>
              <a:t>‹#›</a:t>
            </a:fld>
            <a:endParaRPr lang="en-US"/>
          </a:p>
        </p:txBody>
      </p:sp>
    </p:spTree>
    <p:extLst>
      <p:ext uri="{BB962C8B-B14F-4D97-AF65-F5344CB8AC3E}">
        <p14:creationId xmlns:p14="http://schemas.microsoft.com/office/powerpoint/2010/main" val="33199619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2C9156-A90C-4E82-BA2B-FA4CC081F92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366A699-2381-40AF-BB49-B32A53D2A44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6190931-86DC-4EF9-A9B6-028D87F11938}"/>
              </a:ext>
            </a:extLst>
          </p:cNvPr>
          <p:cNvSpPr>
            <a:spLocks noGrp="1"/>
          </p:cNvSpPr>
          <p:nvPr>
            <p:ph type="dt" sz="half" idx="10"/>
          </p:nvPr>
        </p:nvSpPr>
        <p:spPr/>
        <p:txBody>
          <a:bodyPr/>
          <a:lstStyle/>
          <a:p>
            <a:fld id="{98FFF4B9-E711-4FE3-B05E-71D889E45D28}" type="datetimeFigureOut">
              <a:rPr lang="en-US" smtClean="0"/>
              <a:t>11/3/2025</a:t>
            </a:fld>
            <a:endParaRPr lang="en-US"/>
          </a:p>
        </p:txBody>
      </p:sp>
      <p:sp>
        <p:nvSpPr>
          <p:cNvPr id="5" name="Footer Placeholder 4">
            <a:extLst>
              <a:ext uri="{FF2B5EF4-FFF2-40B4-BE49-F238E27FC236}">
                <a16:creationId xmlns:a16="http://schemas.microsoft.com/office/drawing/2014/main" id="{586C8EBB-14AB-4D20-B6EB-9FC5227BBE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72C937-CC86-45F2-A041-330A28C3F8A2}"/>
              </a:ext>
            </a:extLst>
          </p:cNvPr>
          <p:cNvSpPr>
            <a:spLocks noGrp="1"/>
          </p:cNvSpPr>
          <p:nvPr>
            <p:ph type="sldNum" sz="quarter" idx="12"/>
          </p:nvPr>
        </p:nvSpPr>
        <p:spPr/>
        <p:txBody>
          <a:bodyPr/>
          <a:lstStyle/>
          <a:p>
            <a:fld id="{CFC94B8B-6D33-4B05-ADE6-CC3142512783}" type="slidenum">
              <a:rPr lang="en-US" smtClean="0"/>
              <a:t>‹#›</a:t>
            </a:fld>
            <a:endParaRPr lang="en-US"/>
          </a:p>
        </p:txBody>
      </p:sp>
    </p:spTree>
    <p:extLst>
      <p:ext uri="{BB962C8B-B14F-4D97-AF65-F5344CB8AC3E}">
        <p14:creationId xmlns:p14="http://schemas.microsoft.com/office/powerpoint/2010/main" val="12404146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C251F-247F-4F80-BB08-21D960E9187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0E70AF7-E718-4B56-B096-A8A19C3FBE44}"/>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2A43013-0883-43B0-B91B-3E72881F1A94}"/>
              </a:ext>
            </a:extLst>
          </p:cNvPr>
          <p:cNvSpPr>
            <a:spLocks noGrp="1"/>
          </p:cNvSpPr>
          <p:nvPr>
            <p:ph type="dt" sz="half" idx="10"/>
          </p:nvPr>
        </p:nvSpPr>
        <p:spPr/>
        <p:txBody>
          <a:bodyPr/>
          <a:lstStyle/>
          <a:p>
            <a:fld id="{98FFF4B9-E711-4FE3-B05E-71D889E45D28}" type="datetimeFigureOut">
              <a:rPr lang="en-US" smtClean="0"/>
              <a:t>11/3/2025</a:t>
            </a:fld>
            <a:endParaRPr lang="en-US"/>
          </a:p>
        </p:txBody>
      </p:sp>
      <p:sp>
        <p:nvSpPr>
          <p:cNvPr id="5" name="Footer Placeholder 4">
            <a:extLst>
              <a:ext uri="{FF2B5EF4-FFF2-40B4-BE49-F238E27FC236}">
                <a16:creationId xmlns:a16="http://schemas.microsoft.com/office/drawing/2014/main" id="{BF3ED6E6-B28D-4EFB-AC73-A0958A4683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AAA0DB5-5E81-405D-9155-12A0BB6BB7F8}"/>
              </a:ext>
            </a:extLst>
          </p:cNvPr>
          <p:cNvSpPr>
            <a:spLocks noGrp="1"/>
          </p:cNvSpPr>
          <p:nvPr>
            <p:ph type="sldNum" sz="quarter" idx="12"/>
          </p:nvPr>
        </p:nvSpPr>
        <p:spPr/>
        <p:txBody>
          <a:bodyPr/>
          <a:lstStyle/>
          <a:p>
            <a:fld id="{CFC94B8B-6D33-4B05-ADE6-CC3142512783}" type="slidenum">
              <a:rPr lang="en-US" smtClean="0"/>
              <a:t>‹#›</a:t>
            </a:fld>
            <a:endParaRPr lang="en-US"/>
          </a:p>
        </p:txBody>
      </p:sp>
    </p:spTree>
    <p:extLst>
      <p:ext uri="{BB962C8B-B14F-4D97-AF65-F5344CB8AC3E}">
        <p14:creationId xmlns:p14="http://schemas.microsoft.com/office/powerpoint/2010/main" val="24968785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F5134-3DFB-4027-8A50-663D9581660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AFFA985-BA5D-4FEE-A637-CA1DD9994BC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598F32F2-E673-45CE-97B4-3476EA2632DC}"/>
              </a:ext>
            </a:extLst>
          </p:cNvPr>
          <p:cNvSpPr>
            <a:spLocks noGrp="1"/>
          </p:cNvSpPr>
          <p:nvPr>
            <p:ph type="dt" sz="half" idx="10"/>
          </p:nvPr>
        </p:nvSpPr>
        <p:spPr/>
        <p:txBody>
          <a:bodyPr/>
          <a:lstStyle/>
          <a:p>
            <a:fld id="{98FFF4B9-E711-4FE3-B05E-71D889E45D28}" type="datetimeFigureOut">
              <a:rPr lang="en-US" smtClean="0"/>
              <a:t>11/3/2025</a:t>
            </a:fld>
            <a:endParaRPr lang="en-US"/>
          </a:p>
        </p:txBody>
      </p:sp>
      <p:sp>
        <p:nvSpPr>
          <p:cNvPr id="5" name="Footer Placeholder 4">
            <a:extLst>
              <a:ext uri="{FF2B5EF4-FFF2-40B4-BE49-F238E27FC236}">
                <a16:creationId xmlns:a16="http://schemas.microsoft.com/office/drawing/2014/main" id="{6B69A0C5-251F-4161-AC2A-B0D031C72F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2FEFF1A-7B35-4C84-AD7A-5AE23892528B}"/>
              </a:ext>
            </a:extLst>
          </p:cNvPr>
          <p:cNvSpPr>
            <a:spLocks noGrp="1"/>
          </p:cNvSpPr>
          <p:nvPr>
            <p:ph type="sldNum" sz="quarter" idx="12"/>
          </p:nvPr>
        </p:nvSpPr>
        <p:spPr/>
        <p:txBody>
          <a:bodyPr/>
          <a:lstStyle/>
          <a:p>
            <a:fld id="{CFC94B8B-6D33-4B05-ADE6-CC3142512783}" type="slidenum">
              <a:rPr lang="en-US" smtClean="0"/>
              <a:t>‹#›</a:t>
            </a:fld>
            <a:endParaRPr lang="en-US"/>
          </a:p>
        </p:txBody>
      </p:sp>
    </p:spTree>
    <p:extLst>
      <p:ext uri="{BB962C8B-B14F-4D97-AF65-F5344CB8AC3E}">
        <p14:creationId xmlns:p14="http://schemas.microsoft.com/office/powerpoint/2010/main" val="15912017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5C5475-6F20-4E18-9079-64AAD7F6510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CEFD53E-94B5-4274-B0C5-FAD84D3DC0D2}"/>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7BC9C2C-FDA3-4A2F-8712-E9427FC4677E}"/>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E5BA913-A4BE-4419-B43E-3CAFF8B3D6B0}"/>
              </a:ext>
            </a:extLst>
          </p:cNvPr>
          <p:cNvSpPr>
            <a:spLocks noGrp="1"/>
          </p:cNvSpPr>
          <p:nvPr>
            <p:ph type="dt" sz="half" idx="10"/>
          </p:nvPr>
        </p:nvSpPr>
        <p:spPr/>
        <p:txBody>
          <a:bodyPr/>
          <a:lstStyle/>
          <a:p>
            <a:fld id="{98FFF4B9-E711-4FE3-B05E-71D889E45D28}" type="datetimeFigureOut">
              <a:rPr lang="en-US" smtClean="0"/>
              <a:t>11/3/2025</a:t>
            </a:fld>
            <a:endParaRPr lang="en-US"/>
          </a:p>
        </p:txBody>
      </p:sp>
      <p:sp>
        <p:nvSpPr>
          <p:cNvPr id="6" name="Footer Placeholder 5">
            <a:extLst>
              <a:ext uri="{FF2B5EF4-FFF2-40B4-BE49-F238E27FC236}">
                <a16:creationId xmlns:a16="http://schemas.microsoft.com/office/drawing/2014/main" id="{50A76FC4-737A-4332-A3D3-A1CF646CDAD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C729C15-9E72-4647-A110-789177FCF89F}"/>
              </a:ext>
            </a:extLst>
          </p:cNvPr>
          <p:cNvSpPr>
            <a:spLocks noGrp="1"/>
          </p:cNvSpPr>
          <p:nvPr>
            <p:ph type="sldNum" sz="quarter" idx="12"/>
          </p:nvPr>
        </p:nvSpPr>
        <p:spPr/>
        <p:txBody>
          <a:bodyPr/>
          <a:lstStyle/>
          <a:p>
            <a:fld id="{CFC94B8B-6D33-4B05-ADE6-CC3142512783}" type="slidenum">
              <a:rPr lang="en-US" smtClean="0"/>
              <a:t>‹#›</a:t>
            </a:fld>
            <a:endParaRPr lang="en-US"/>
          </a:p>
        </p:txBody>
      </p:sp>
    </p:spTree>
    <p:extLst>
      <p:ext uri="{BB962C8B-B14F-4D97-AF65-F5344CB8AC3E}">
        <p14:creationId xmlns:p14="http://schemas.microsoft.com/office/powerpoint/2010/main" val="27843859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AF7380-7EA0-4097-AC6A-E91233632E8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0C553B9-9EBF-4C9C-8740-1E708446C70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E101D7D8-EF2B-4669-A416-692F294B13B5}"/>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8DEF5E3-7917-42E5-9068-BDBD1C003D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18DB2058-4A97-430F-BB31-6A28FC50A042}"/>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AE982B3-084B-4170-B61A-D86E019BC818}"/>
              </a:ext>
            </a:extLst>
          </p:cNvPr>
          <p:cNvSpPr>
            <a:spLocks noGrp="1"/>
          </p:cNvSpPr>
          <p:nvPr>
            <p:ph type="dt" sz="half" idx="10"/>
          </p:nvPr>
        </p:nvSpPr>
        <p:spPr/>
        <p:txBody>
          <a:bodyPr/>
          <a:lstStyle/>
          <a:p>
            <a:fld id="{98FFF4B9-E711-4FE3-B05E-71D889E45D28}" type="datetimeFigureOut">
              <a:rPr lang="en-US" smtClean="0"/>
              <a:t>11/3/2025</a:t>
            </a:fld>
            <a:endParaRPr lang="en-US"/>
          </a:p>
        </p:txBody>
      </p:sp>
      <p:sp>
        <p:nvSpPr>
          <p:cNvPr id="8" name="Footer Placeholder 7">
            <a:extLst>
              <a:ext uri="{FF2B5EF4-FFF2-40B4-BE49-F238E27FC236}">
                <a16:creationId xmlns:a16="http://schemas.microsoft.com/office/drawing/2014/main" id="{B625EF35-EEC9-48F7-B3E1-2224C473DAD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7D3D0A5-A1D6-46B6-A122-A12CD4D0DCE2}"/>
              </a:ext>
            </a:extLst>
          </p:cNvPr>
          <p:cNvSpPr>
            <a:spLocks noGrp="1"/>
          </p:cNvSpPr>
          <p:nvPr>
            <p:ph type="sldNum" sz="quarter" idx="12"/>
          </p:nvPr>
        </p:nvSpPr>
        <p:spPr/>
        <p:txBody>
          <a:bodyPr/>
          <a:lstStyle/>
          <a:p>
            <a:fld id="{CFC94B8B-6D33-4B05-ADE6-CC3142512783}" type="slidenum">
              <a:rPr lang="en-US" smtClean="0"/>
              <a:t>‹#›</a:t>
            </a:fld>
            <a:endParaRPr lang="en-US"/>
          </a:p>
        </p:txBody>
      </p:sp>
    </p:spTree>
    <p:extLst>
      <p:ext uri="{BB962C8B-B14F-4D97-AF65-F5344CB8AC3E}">
        <p14:creationId xmlns:p14="http://schemas.microsoft.com/office/powerpoint/2010/main" val="40683594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DCBDAF-4199-4D7E-8EA7-ED530CD7637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7D4BD11-DF91-4ADB-B7D7-B19FF5D8770C}"/>
              </a:ext>
            </a:extLst>
          </p:cNvPr>
          <p:cNvSpPr>
            <a:spLocks noGrp="1"/>
          </p:cNvSpPr>
          <p:nvPr>
            <p:ph type="dt" sz="half" idx="10"/>
          </p:nvPr>
        </p:nvSpPr>
        <p:spPr/>
        <p:txBody>
          <a:bodyPr/>
          <a:lstStyle/>
          <a:p>
            <a:fld id="{98FFF4B9-E711-4FE3-B05E-71D889E45D28}" type="datetimeFigureOut">
              <a:rPr lang="en-US" smtClean="0"/>
              <a:t>11/3/2025</a:t>
            </a:fld>
            <a:endParaRPr lang="en-US"/>
          </a:p>
        </p:txBody>
      </p:sp>
      <p:sp>
        <p:nvSpPr>
          <p:cNvPr id="4" name="Footer Placeholder 3">
            <a:extLst>
              <a:ext uri="{FF2B5EF4-FFF2-40B4-BE49-F238E27FC236}">
                <a16:creationId xmlns:a16="http://schemas.microsoft.com/office/drawing/2014/main" id="{EA55597A-DA0C-4CBB-B311-31658D6FB28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6E6A7B7-5FB8-484C-A321-1B9E34DB3A9F}"/>
              </a:ext>
            </a:extLst>
          </p:cNvPr>
          <p:cNvSpPr>
            <a:spLocks noGrp="1"/>
          </p:cNvSpPr>
          <p:nvPr>
            <p:ph type="sldNum" sz="quarter" idx="12"/>
          </p:nvPr>
        </p:nvSpPr>
        <p:spPr/>
        <p:txBody>
          <a:bodyPr/>
          <a:lstStyle/>
          <a:p>
            <a:fld id="{CFC94B8B-6D33-4B05-ADE6-CC3142512783}" type="slidenum">
              <a:rPr lang="en-US" smtClean="0"/>
              <a:t>‹#›</a:t>
            </a:fld>
            <a:endParaRPr lang="en-US"/>
          </a:p>
        </p:txBody>
      </p:sp>
    </p:spTree>
    <p:extLst>
      <p:ext uri="{BB962C8B-B14F-4D97-AF65-F5344CB8AC3E}">
        <p14:creationId xmlns:p14="http://schemas.microsoft.com/office/powerpoint/2010/main" val="19386361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2D09A0B-5520-417B-83F5-68DD55686EC6}"/>
              </a:ext>
            </a:extLst>
          </p:cNvPr>
          <p:cNvSpPr>
            <a:spLocks noGrp="1"/>
          </p:cNvSpPr>
          <p:nvPr>
            <p:ph type="dt" sz="half" idx="10"/>
          </p:nvPr>
        </p:nvSpPr>
        <p:spPr/>
        <p:txBody>
          <a:bodyPr/>
          <a:lstStyle/>
          <a:p>
            <a:fld id="{98FFF4B9-E711-4FE3-B05E-71D889E45D28}" type="datetimeFigureOut">
              <a:rPr lang="en-US" smtClean="0"/>
              <a:t>11/3/2025</a:t>
            </a:fld>
            <a:endParaRPr lang="en-US"/>
          </a:p>
        </p:txBody>
      </p:sp>
      <p:sp>
        <p:nvSpPr>
          <p:cNvPr id="3" name="Footer Placeholder 2">
            <a:extLst>
              <a:ext uri="{FF2B5EF4-FFF2-40B4-BE49-F238E27FC236}">
                <a16:creationId xmlns:a16="http://schemas.microsoft.com/office/drawing/2014/main" id="{54CB8E50-64E9-4EAC-924E-A8EBF6488CF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9A82897-9D33-4703-B9D7-88DF7BBAFAFB}"/>
              </a:ext>
            </a:extLst>
          </p:cNvPr>
          <p:cNvSpPr>
            <a:spLocks noGrp="1"/>
          </p:cNvSpPr>
          <p:nvPr>
            <p:ph type="sldNum" sz="quarter" idx="12"/>
          </p:nvPr>
        </p:nvSpPr>
        <p:spPr/>
        <p:txBody>
          <a:bodyPr/>
          <a:lstStyle/>
          <a:p>
            <a:fld id="{CFC94B8B-6D33-4B05-ADE6-CC3142512783}" type="slidenum">
              <a:rPr lang="en-US" smtClean="0"/>
              <a:t>‹#›</a:t>
            </a:fld>
            <a:endParaRPr lang="en-US"/>
          </a:p>
        </p:txBody>
      </p:sp>
    </p:spTree>
    <p:extLst>
      <p:ext uri="{BB962C8B-B14F-4D97-AF65-F5344CB8AC3E}">
        <p14:creationId xmlns:p14="http://schemas.microsoft.com/office/powerpoint/2010/main" val="12972620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A388E5-0BC4-4954-9BE6-73D349BFC4C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70D2481-43AB-4589-A167-B3E82FDAEFF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FF9EF39-4801-40D6-BFF1-7D87D545541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01D851DA-636C-4913-9B9F-C07B0866393B}"/>
              </a:ext>
            </a:extLst>
          </p:cNvPr>
          <p:cNvSpPr>
            <a:spLocks noGrp="1"/>
          </p:cNvSpPr>
          <p:nvPr>
            <p:ph type="dt" sz="half" idx="10"/>
          </p:nvPr>
        </p:nvSpPr>
        <p:spPr/>
        <p:txBody>
          <a:bodyPr/>
          <a:lstStyle/>
          <a:p>
            <a:fld id="{98FFF4B9-E711-4FE3-B05E-71D889E45D28}" type="datetimeFigureOut">
              <a:rPr lang="en-US" smtClean="0"/>
              <a:t>11/3/2025</a:t>
            </a:fld>
            <a:endParaRPr lang="en-US"/>
          </a:p>
        </p:txBody>
      </p:sp>
      <p:sp>
        <p:nvSpPr>
          <p:cNvPr id="6" name="Footer Placeholder 5">
            <a:extLst>
              <a:ext uri="{FF2B5EF4-FFF2-40B4-BE49-F238E27FC236}">
                <a16:creationId xmlns:a16="http://schemas.microsoft.com/office/drawing/2014/main" id="{D5D2D692-A09A-47DF-9030-BA60FAAEF1C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533A1C0-870E-4E1C-B82C-6FAF06297043}"/>
              </a:ext>
            </a:extLst>
          </p:cNvPr>
          <p:cNvSpPr>
            <a:spLocks noGrp="1"/>
          </p:cNvSpPr>
          <p:nvPr>
            <p:ph type="sldNum" sz="quarter" idx="12"/>
          </p:nvPr>
        </p:nvSpPr>
        <p:spPr/>
        <p:txBody>
          <a:bodyPr/>
          <a:lstStyle/>
          <a:p>
            <a:fld id="{CFC94B8B-6D33-4B05-ADE6-CC3142512783}" type="slidenum">
              <a:rPr lang="en-US" smtClean="0"/>
              <a:t>‹#›</a:t>
            </a:fld>
            <a:endParaRPr lang="en-US"/>
          </a:p>
        </p:txBody>
      </p:sp>
    </p:spTree>
    <p:extLst>
      <p:ext uri="{BB962C8B-B14F-4D97-AF65-F5344CB8AC3E}">
        <p14:creationId xmlns:p14="http://schemas.microsoft.com/office/powerpoint/2010/main" val="36188295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264A91-E982-4587-AC76-900FE1C626C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E6992D9-BF58-47F0-BD52-04C825398D0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4ACF7CA-2165-4183-B519-6A8EDA067E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5B6294EE-7C11-438B-9A79-8445E73AE629}"/>
              </a:ext>
            </a:extLst>
          </p:cNvPr>
          <p:cNvSpPr>
            <a:spLocks noGrp="1"/>
          </p:cNvSpPr>
          <p:nvPr>
            <p:ph type="dt" sz="half" idx="10"/>
          </p:nvPr>
        </p:nvSpPr>
        <p:spPr/>
        <p:txBody>
          <a:bodyPr/>
          <a:lstStyle/>
          <a:p>
            <a:fld id="{98FFF4B9-E711-4FE3-B05E-71D889E45D28}" type="datetimeFigureOut">
              <a:rPr lang="en-US" smtClean="0"/>
              <a:t>11/3/2025</a:t>
            </a:fld>
            <a:endParaRPr lang="en-US"/>
          </a:p>
        </p:txBody>
      </p:sp>
      <p:sp>
        <p:nvSpPr>
          <p:cNvPr id="6" name="Footer Placeholder 5">
            <a:extLst>
              <a:ext uri="{FF2B5EF4-FFF2-40B4-BE49-F238E27FC236}">
                <a16:creationId xmlns:a16="http://schemas.microsoft.com/office/drawing/2014/main" id="{FA8DFA96-A3EC-4B4B-ABA8-A337EE30EB0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8E1B83B-010A-40D7-824B-8F519B162B83}"/>
              </a:ext>
            </a:extLst>
          </p:cNvPr>
          <p:cNvSpPr>
            <a:spLocks noGrp="1"/>
          </p:cNvSpPr>
          <p:nvPr>
            <p:ph type="sldNum" sz="quarter" idx="12"/>
          </p:nvPr>
        </p:nvSpPr>
        <p:spPr/>
        <p:txBody>
          <a:bodyPr/>
          <a:lstStyle/>
          <a:p>
            <a:fld id="{CFC94B8B-6D33-4B05-ADE6-CC3142512783}" type="slidenum">
              <a:rPr lang="en-US" smtClean="0"/>
              <a:t>‹#›</a:t>
            </a:fld>
            <a:endParaRPr lang="en-US"/>
          </a:p>
        </p:txBody>
      </p:sp>
    </p:spTree>
    <p:extLst>
      <p:ext uri="{BB962C8B-B14F-4D97-AF65-F5344CB8AC3E}">
        <p14:creationId xmlns:p14="http://schemas.microsoft.com/office/powerpoint/2010/main" val="18323711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E5053-26AB-403D-9276-5A4D1B73A87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42758F9-EFD2-49D4-B15B-D90F9D96F77C}"/>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4AC91DD-868D-4E26-A901-BE47A02830D8}"/>
              </a:ext>
            </a:extLst>
          </p:cNvPr>
          <p:cNvSpPr>
            <a:spLocks noGrp="1"/>
          </p:cNvSpPr>
          <p:nvPr>
            <p:ph type="dt" sz="half" idx="10"/>
          </p:nvPr>
        </p:nvSpPr>
        <p:spPr/>
        <p:txBody>
          <a:bodyPr/>
          <a:lstStyle/>
          <a:p>
            <a:fld id="{98FFF4B9-E711-4FE3-B05E-71D889E45D28}" type="datetimeFigureOut">
              <a:rPr lang="en-US" smtClean="0"/>
              <a:t>11/3/2025</a:t>
            </a:fld>
            <a:endParaRPr lang="en-US"/>
          </a:p>
        </p:txBody>
      </p:sp>
      <p:sp>
        <p:nvSpPr>
          <p:cNvPr id="5" name="Footer Placeholder 4">
            <a:extLst>
              <a:ext uri="{FF2B5EF4-FFF2-40B4-BE49-F238E27FC236}">
                <a16:creationId xmlns:a16="http://schemas.microsoft.com/office/drawing/2014/main" id="{06D376DF-6960-4BE5-868B-C142D612622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58CB0B6-786A-438D-A9B8-B8DCBB095E64}"/>
              </a:ext>
            </a:extLst>
          </p:cNvPr>
          <p:cNvSpPr>
            <a:spLocks noGrp="1"/>
          </p:cNvSpPr>
          <p:nvPr>
            <p:ph type="sldNum" sz="quarter" idx="12"/>
          </p:nvPr>
        </p:nvSpPr>
        <p:spPr/>
        <p:txBody>
          <a:bodyPr/>
          <a:lstStyle/>
          <a:p>
            <a:fld id="{CFC94B8B-6D33-4B05-ADE6-CC3142512783}" type="slidenum">
              <a:rPr lang="en-US" smtClean="0"/>
              <a:t>‹#›</a:t>
            </a:fld>
            <a:endParaRPr lang="en-US"/>
          </a:p>
        </p:txBody>
      </p:sp>
    </p:spTree>
    <p:extLst>
      <p:ext uri="{BB962C8B-B14F-4D97-AF65-F5344CB8AC3E}">
        <p14:creationId xmlns:p14="http://schemas.microsoft.com/office/powerpoint/2010/main" val="8971329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C1A2F96-BDD6-46DA-B79A-82C8DC30CAA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9715D72-B9B5-49C3-8FBC-D01311FE837E}"/>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23E7985-D903-4C1F-9203-AEEAC920E415}"/>
              </a:ext>
            </a:extLst>
          </p:cNvPr>
          <p:cNvSpPr>
            <a:spLocks noGrp="1"/>
          </p:cNvSpPr>
          <p:nvPr>
            <p:ph type="dt" sz="half" idx="10"/>
          </p:nvPr>
        </p:nvSpPr>
        <p:spPr/>
        <p:txBody>
          <a:bodyPr/>
          <a:lstStyle/>
          <a:p>
            <a:fld id="{98FFF4B9-E711-4FE3-B05E-71D889E45D28}" type="datetimeFigureOut">
              <a:rPr lang="en-US" smtClean="0"/>
              <a:t>11/3/2025</a:t>
            </a:fld>
            <a:endParaRPr lang="en-US"/>
          </a:p>
        </p:txBody>
      </p:sp>
      <p:sp>
        <p:nvSpPr>
          <p:cNvPr id="5" name="Footer Placeholder 4">
            <a:extLst>
              <a:ext uri="{FF2B5EF4-FFF2-40B4-BE49-F238E27FC236}">
                <a16:creationId xmlns:a16="http://schemas.microsoft.com/office/drawing/2014/main" id="{5D9E47B8-9F61-4BF5-AC54-D38EF1FE54A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60F6438-4D36-49C8-BD53-0E78F1C0ECC2}"/>
              </a:ext>
            </a:extLst>
          </p:cNvPr>
          <p:cNvSpPr>
            <a:spLocks noGrp="1"/>
          </p:cNvSpPr>
          <p:nvPr>
            <p:ph type="sldNum" sz="quarter" idx="12"/>
          </p:nvPr>
        </p:nvSpPr>
        <p:spPr/>
        <p:txBody>
          <a:bodyPr/>
          <a:lstStyle/>
          <a:p>
            <a:fld id="{CFC94B8B-6D33-4B05-ADE6-CC3142512783}" type="slidenum">
              <a:rPr lang="en-US" smtClean="0"/>
              <a:t>‹#›</a:t>
            </a:fld>
            <a:endParaRPr lang="en-US"/>
          </a:p>
        </p:txBody>
      </p:sp>
    </p:spTree>
    <p:extLst>
      <p:ext uri="{BB962C8B-B14F-4D97-AF65-F5344CB8AC3E}">
        <p14:creationId xmlns:p14="http://schemas.microsoft.com/office/powerpoint/2010/main" val="20129882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_Content">
    <p:spTree>
      <p:nvGrpSpPr>
        <p:cNvPr id="1" name=""/>
        <p:cNvGrpSpPr/>
        <p:nvPr/>
      </p:nvGrpSpPr>
      <p:grpSpPr>
        <a:xfrm>
          <a:off x="0" y="0"/>
          <a:ext cx="0" cy="0"/>
          <a:chOff x="0" y="0"/>
          <a:chExt cx="0" cy="0"/>
        </a:xfrm>
      </p:grpSpPr>
      <p:sp>
        <p:nvSpPr>
          <p:cNvPr id="5" name="Title 4"/>
          <p:cNvSpPr>
            <a:spLocks noGrp="1"/>
          </p:cNvSpPr>
          <p:nvPr>
            <p:ph type="title"/>
          </p:nvPr>
        </p:nvSpPr>
        <p:spPr>
          <a:xfrm>
            <a:off x="414528" y="373604"/>
            <a:ext cx="11375136" cy="609600"/>
          </a:xfrm>
        </p:spPr>
        <p:txBody>
          <a:bodyPr/>
          <a:lstStyle>
            <a:lvl1pPr>
              <a:lnSpc>
                <a:spcPct val="90000"/>
              </a:lnSpc>
              <a:defRPr/>
            </a:lvl1pPr>
          </a:lstStyle>
          <a:p>
            <a:r>
              <a:rPr lang="en-US"/>
              <a:t>Click to edit Master title style</a:t>
            </a:r>
            <a:endParaRPr lang="en-US" dirty="0"/>
          </a:p>
        </p:txBody>
      </p:sp>
      <p:sp>
        <p:nvSpPr>
          <p:cNvPr id="3" name="Text Placeholder 2"/>
          <p:cNvSpPr>
            <a:spLocks noGrp="1"/>
          </p:cNvSpPr>
          <p:nvPr>
            <p:ph type="body" sz="quarter" idx="10"/>
          </p:nvPr>
        </p:nvSpPr>
        <p:spPr>
          <a:xfrm>
            <a:off x="414528" y="1465689"/>
            <a:ext cx="11375136" cy="4828032"/>
          </a:xfrm>
        </p:spPr>
        <p:txBody>
          <a:body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8887988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799FC2-FA5A-47FE-85D5-1881D41CFA0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44AFDE6-607A-4796-AB36-8E9393036F9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E88DD3B-CF04-47A0-BCD9-6F10780303C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8FFF4B9-E711-4FE3-B05E-71D889E45D28}" type="datetimeFigureOut">
              <a:rPr lang="en-US" smtClean="0"/>
              <a:t>11/3/2025</a:t>
            </a:fld>
            <a:endParaRPr lang="en-US"/>
          </a:p>
        </p:txBody>
      </p:sp>
      <p:sp>
        <p:nvSpPr>
          <p:cNvPr id="5" name="Footer Placeholder 4">
            <a:extLst>
              <a:ext uri="{FF2B5EF4-FFF2-40B4-BE49-F238E27FC236}">
                <a16:creationId xmlns:a16="http://schemas.microsoft.com/office/drawing/2014/main" id="{8D39CCDB-0FB1-43F5-971D-092B9E456FA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1C96198-2A83-4755-8A9C-F612B2B7145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FC94B8B-6D33-4B05-ADE6-CC3142512783}" type="slidenum">
              <a:rPr lang="en-US" smtClean="0"/>
              <a:t>‹#›</a:t>
            </a:fld>
            <a:endParaRPr lang="en-US"/>
          </a:p>
        </p:txBody>
      </p:sp>
    </p:spTree>
    <p:extLst>
      <p:ext uri="{BB962C8B-B14F-4D97-AF65-F5344CB8AC3E}">
        <p14:creationId xmlns:p14="http://schemas.microsoft.com/office/powerpoint/2010/main" val="9879275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github.com/microsoft/Intune-PowerShell-SDK" TargetMode="Externa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github.com/microsoft/Intune-PowerShell-SDK"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B4E6820-E0C6-4F13-AA2B-C60E247B94C5}"/>
              </a:ext>
            </a:extLst>
          </p:cNvPr>
          <p:cNvSpPr/>
          <p:nvPr/>
        </p:nvSpPr>
        <p:spPr>
          <a:xfrm>
            <a:off x="2704563" y="259910"/>
            <a:ext cx="6096000" cy="458780"/>
          </a:xfrm>
          <a:prstGeom prst="rect">
            <a:avLst/>
          </a:prstGeom>
        </p:spPr>
        <p:txBody>
          <a:bodyPr>
            <a:spAutoFit/>
          </a:bodyPr>
          <a:lstStyle/>
          <a:p>
            <a:pPr algn="ctr">
              <a:lnSpc>
                <a:spcPct val="107000"/>
              </a:lnSpc>
              <a:spcAft>
                <a:spcPts val="800"/>
              </a:spcAft>
            </a:pPr>
            <a:r>
              <a:rPr lang="en-US" sz="2400" b="1" dirty="0">
                <a:latin typeface="Arial" panose="020B0604020202020204" pitchFamily="34" charset="0"/>
                <a:ea typeface="Calibri" panose="020F0502020204030204" pitchFamily="34" charset="0"/>
                <a:cs typeface="Arial" panose="020B0604020202020204" pitchFamily="34" charset="0"/>
              </a:rPr>
              <a:t>Current Challenges </a:t>
            </a:r>
          </a:p>
        </p:txBody>
      </p:sp>
      <p:sp>
        <p:nvSpPr>
          <p:cNvPr id="6" name="Rectangle 5">
            <a:extLst>
              <a:ext uri="{FF2B5EF4-FFF2-40B4-BE49-F238E27FC236}">
                <a16:creationId xmlns:a16="http://schemas.microsoft.com/office/drawing/2014/main" id="{10BBEBF2-51B7-43E8-B9AB-F022B47A2815}"/>
              </a:ext>
            </a:extLst>
          </p:cNvPr>
          <p:cNvSpPr/>
          <p:nvPr/>
        </p:nvSpPr>
        <p:spPr>
          <a:xfrm>
            <a:off x="358461" y="991860"/>
            <a:ext cx="10099184" cy="1859163"/>
          </a:xfrm>
          <a:prstGeom prst="rect">
            <a:avLst/>
          </a:prstGeom>
        </p:spPr>
        <p:txBody>
          <a:bodyPr wrap="square">
            <a:spAutoFit/>
          </a:bodyPr>
          <a:lstStyle/>
          <a:p>
            <a:pPr marL="342900" indent="-342900">
              <a:lnSpc>
                <a:spcPct val="107000"/>
              </a:lnSpc>
              <a:spcAft>
                <a:spcPts val="800"/>
              </a:spcAft>
              <a:buFont typeface="+mj-lt"/>
              <a:buAutoNum type="arabicPeriod"/>
            </a:pPr>
            <a:r>
              <a:rPr lang="en-US" sz="1600" dirty="0">
                <a:latin typeface="Arial" panose="020B0604020202020204" pitchFamily="34" charset="0"/>
                <a:cs typeface="Arial" panose="020B0604020202020204" pitchFamily="34" charset="0"/>
              </a:rPr>
              <a:t>Time consuming process- Engineer need to extract and save </a:t>
            </a:r>
            <a:r>
              <a:rPr lang="en-US" sz="1600" dirty="0">
                <a:latin typeface="Arial" panose="020B0604020202020204" pitchFamily="34" charset="0"/>
                <a:ea typeface="Calibri" panose="020F0502020204030204" pitchFamily="34" charset="0"/>
                <a:cs typeface="Arial" panose="020B0604020202020204" pitchFamily="34" charset="0"/>
              </a:rPr>
              <a:t>Hardwar Hash</a:t>
            </a:r>
            <a:r>
              <a:rPr lang="en-US" sz="1600" dirty="0">
                <a:latin typeface="Arial" panose="020B0604020202020204" pitchFamily="34" charset="0"/>
                <a:cs typeface="Arial" panose="020B0604020202020204" pitchFamily="34" charset="0"/>
              </a:rPr>
              <a:t> in USB and then log into an admin portal for uploading </a:t>
            </a:r>
            <a:r>
              <a:rPr lang="en-US" sz="1600" dirty="0">
                <a:latin typeface="Arial" panose="020B0604020202020204" pitchFamily="34" charset="0"/>
                <a:ea typeface="Calibri" panose="020F0502020204030204" pitchFamily="34" charset="0"/>
                <a:cs typeface="Arial" panose="020B0604020202020204" pitchFamily="34" charset="0"/>
              </a:rPr>
              <a:t>Hardwar Hash</a:t>
            </a:r>
            <a:r>
              <a:rPr lang="en-US" sz="1600" dirty="0">
                <a:latin typeface="Arial" panose="020B0604020202020204" pitchFamily="34" charset="0"/>
                <a:cs typeface="Arial" panose="020B0604020202020204" pitchFamily="34" charset="0"/>
              </a:rPr>
              <a:t>.</a:t>
            </a:r>
          </a:p>
          <a:p>
            <a:pPr marL="342900" indent="-342900">
              <a:lnSpc>
                <a:spcPct val="107000"/>
              </a:lnSpc>
              <a:spcAft>
                <a:spcPts val="800"/>
              </a:spcAft>
              <a:buFont typeface="+mj-lt"/>
              <a:buAutoNum type="arabicPeriod"/>
            </a:pPr>
            <a:r>
              <a:rPr lang="en-US" sz="1600" dirty="0">
                <a:latin typeface="Arial" panose="020B0604020202020204" pitchFamily="34" charset="0"/>
                <a:ea typeface="Calibri" panose="020F0502020204030204" pitchFamily="34" charset="0"/>
                <a:cs typeface="Arial" panose="020B0604020202020204" pitchFamily="34" charset="0"/>
              </a:rPr>
              <a:t>Field Engineers  have no access to Admin portal due to which they need SD Team / Autopilot Team  help for uploading the Hardwar Hash.</a:t>
            </a:r>
          </a:p>
          <a:p>
            <a:pPr marL="342900" indent="-342900">
              <a:lnSpc>
                <a:spcPct val="107000"/>
              </a:lnSpc>
              <a:spcAft>
                <a:spcPts val="800"/>
              </a:spcAft>
              <a:buFont typeface="+mj-lt"/>
              <a:buAutoNum type="arabicPeriod"/>
            </a:pPr>
            <a:r>
              <a:rPr lang="en-US" sz="1600" dirty="0">
                <a:latin typeface="Arial" panose="020B0604020202020204" pitchFamily="34" charset="0"/>
                <a:ea typeface="Calibri" panose="020F0502020204030204" pitchFamily="34" charset="0"/>
                <a:cs typeface="Arial" panose="020B0604020202020204" pitchFamily="34" charset="0"/>
              </a:rPr>
              <a:t>Its very difficulty to extract Hardwar Hash, when device is already delivered to user (For Any kind of troubleshooting's)</a:t>
            </a:r>
            <a:endParaRPr lang="en-US" sz="1600" b="1" dirty="0">
              <a:latin typeface="Arial" panose="020B060402020202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2069124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883C79-ED34-40D4-AAB8-7D21B1878DEF}"/>
              </a:ext>
            </a:extLst>
          </p:cNvPr>
          <p:cNvSpPr>
            <a:spLocks noGrp="1"/>
          </p:cNvSpPr>
          <p:nvPr>
            <p:ph type="title"/>
          </p:nvPr>
        </p:nvSpPr>
        <p:spPr>
          <a:xfrm>
            <a:off x="4003720" y="262094"/>
            <a:ext cx="2925114" cy="380306"/>
          </a:xfrm>
        </p:spPr>
        <p:txBody>
          <a:bodyPr>
            <a:noAutofit/>
          </a:bodyPr>
          <a:lstStyle/>
          <a:p>
            <a:pPr algn="ctr"/>
            <a:r>
              <a:rPr lang="en-US" sz="2400" b="1" dirty="0">
                <a:latin typeface="Arial" panose="020B0604020202020204" pitchFamily="34" charset="0"/>
                <a:cs typeface="Arial" panose="020B0604020202020204" pitchFamily="34" charset="0"/>
              </a:rPr>
              <a:t>Current Process</a:t>
            </a:r>
          </a:p>
        </p:txBody>
      </p:sp>
      <p:sp>
        <p:nvSpPr>
          <p:cNvPr id="3" name="Content Placeholder 2">
            <a:extLst>
              <a:ext uri="{FF2B5EF4-FFF2-40B4-BE49-F238E27FC236}">
                <a16:creationId xmlns:a16="http://schemas.microsoft.com/office/drawing/2014/main" id="{D99DE161-052D-4C03-9E0E-350B077D22D8}"/>
              </a:ext>
            </a:extLst>
          </p:cNvPr>
          <p:cNvSpPr>
            <a:spLocks noGrp="1"/>
          </p:cNvSpPr>
          <p:nvPr>
            <p:ph idx="1"/>
          </p:nvPr>
        </p:nvSpPr>
        <p:spPr>
          <a:xfrm>
            <a:off x="838200" y="1253330"/>
            <a:ext cx="10515600" cy="3589125"/>
          </a:xfrm>
        </p:spPr>
        <p:txBody>
          <a:bodyPr>
            <a:normAutofit fontScale="77500" lnSpcReduction="20000"/>
          </a:bodyPr>
          <a:lstStyle/>
          <a:p>
            <a:pPr marL="0" indent="0">
              <a:buNone/>
            </a:pPr>
            <a:r>
              <a:rPr lang="en-US" sz="2300" dirty="0">
                <a:latin typeface="Arial" panose="020B0604020202020204" pitchFamily="34" charset="0"/>
                <a:cs typeface="Arial" panose="020B0604020202020204" pitchFamily="34" charset="0"/>
              </a:rPr>
              <a:t>Engineer need to run the following PS script run (as Administrator) to retrieve Hardware Hash and save it in USB and then log into an admin portal for uploading Hardwar Hash and wait for Profile assignment.</a:t>
            </a:r>
          </a:p>
          <a:p>
            <a:pPr marL="0" indent="0">
              <a:buNone/>
            </a:pPr>
            <a:r>
              <a:rPr lang="en-US" sz="2300" dirty="0">
                <a:latin typeface="Arial" panose="020B0604020202020204" pitchFamily="34" charset="0"/>
                <a:cs typeface="Arial" panose="020B0604020202020204" pitchFamily="34" charset="0"/>
              </a:rPr>
              <a:t>Felid Engineer  have no access to Admin portal due to which they involve SD team / Autopilot team help for uploading Hardware Hash.</a:t>
            </a:r>
          </a:p>
          <a:p>
            <a:pPr marL="0" indent="0">
              <a:buNone/>
            </a:pPr>
            <a:endParaRPr lang="en-GB" sz="2300" dirty="0">
              <a:latin typeface="Arial" panose="020B0604020202020204" pitchFamily="34" charset="0"/>
              <a:cs typeface="Arial" panose="020B0604020202020204" pitchFamily="34" charset="0"/>
            </a:endParaRPr>
          </a:p>
          <a:p>
            <a:pPr marL="0" indent="0">
              <a:buNone/>
            </a:pPr>
            <a:r>
              <a:rPr lang="en-GB" sz="2300" b="1" dirty="0">
                <a:latin typeface="Arial" panose="020B0604020202020204" pitchFamily="34" charset="0"/>
                <a:cs typeface="Arial" panose="020B0604020202020204" pitchFamily="34" charset="0"/>
              </a:rPr>
              <a:t>md c:\HWID</a:t>
            </a:r>
            <a:endParaRPr lang="en-US" sz="2300" b="1" dirty="0">
              <a:latin typeface="Arial" panose="020B0604020202020204" pitchFamily="34" charset="0"/>
              <a:cs typeface="Arial" panose="020B0604020202020204" pitchFamily="34" charset="0"/>
            </a:endParaRPr>
          </a:p>
          <a:p>
            <a:pPr marL="0" indent="0">
              <a:buNone/>
            </a:pPr>
            <a:r>
              <a:rPr lang="en-GB" sz="2300" b="1" dirty="0">
                <a:latin typeface="Arial" panose="020B0604020202020204" pitchFamily="34" charset="0"/>
                <a:cs typeface="Arial" panose="020B0604020202020204" pitchFamily="34" charset="0"/>
              </a:rPr>
              <a:t>Set-Location c:\HWID</a:t>
            </a:r>
            <a:endParaRPr lang="en-US" sz="2300" b="1" dirty="0">
              <a:latin typeface="Arial" panose="020B0604020202020204" pitchFamily="34" charset="0"/>
              <a:cs typeface="Arial" panose="020B0604020202020204" pitchFamily="34" charset="0"/>
            </a:endParaRPr>
          </a:p>
          <a:p>
            <a:pPr marL="0" indent="0">
              <a:buNone/>
            </a:pPr>
            <a:r>
              <a:rPr lang="en-GB" sz="2300" b="1" dirty="0">
                <a:latin typeface="Arial" panose="020B0604020202020204" pitchFamily="34" charset="0"/>
                <a:cs typeface="Arial" panose="020B0604020202020204" pitchFamily="34" charset="0"/>
              </a:rPr>
              <a:t>Set-</a:t>
            </a:r>
            <a:r>
              <a:rPr lang="en-GB" sz="2300" b="1" dirty="0" err="1">
                <a:latin typeface="Arial" panose="020B0604020202020204" pitchFamily="34" charset="0"/>
                <a:cs typeface="Arial" panose="020B0604020202020204" pitchFamily="34" charset="0"/>
              </a:rPr>
              <a:t>ExecutionPolicy</a:t>
            </a:r>
            <a:r>
              <a:rPr lang="en-GB" sz="2300" b="1" dirty="0">
                <a:latin typeface="Arial" panose="020B0604020202020204" pitchFamily="34" charset="0"/>
                <a:cs typeface="Arial" panose="020B0604020202020204" pitchFamily="34" charset="0"/>
              </a:rPr>
              <a:t> -Scope Process -</a:t>
            </a:r>
            <a:r>
              <a:rPr lang="en-GB" sz="2300" b="1" dirty="0" err="1">
                <a:latin typeface="Arial" panose="020B0604020202020204" pitchFamily="34" charset="0"/>
                <a:cs typeface="Arial" panose="020B0604020202020204" pitchFamily="34" charset="0"/>
              </a:rPr>
              <a:t>ExecutionPolicy</a:t>
            </a:r>
            <a:r>
              <a:rPr lang="en-GB" sz="2300" b="1" dirty="0">
                <a:latin typeface="Arial" panose="020B0604020202020204" pitchFamily="34" charset="0"/>
                <a:cs typeface="Arial" panose="020B0604020202020204" pitchFamily="34" charset="0"/>
              </a:rPr>
              <a:t> Unrestricted -Force</a:t>
            </a:r>
            <a:endParaRPr lang="en-US" sz="2300" b="1" dirty="0">
              <a:latin typeface="Arial" panose="020B0604020202020204" pitchFamily="34" charset="0"/>
              <a:cs typeface="Arial" panose="020B0604020202020204" pitchFamily="34" charset="0"/>
            </a:endParaRPr>
          </a:p>
          <a:p>
            <a:pPr marL="0" indent="0">
              <a:buNone/>
            </a:pPr>
            <a:r>
              <a:rPr lang="en-GB" sz="2300" b="1" dirty="0">
                <a:latin typeface="Arial" panose="020B0604020202020204" pitchFamily="34" charset="0"/>
                <a:cs typeface="Arial" panose="020B0604020202020204" pitchFamily="34" charset="0"/>
              </a:rPr>
              <a:t>Install-Script -Name Get-</a:t>
            </a:r>
            <a:r>
              <a:rPr lang="en-GB" sz="2300" b="1" dirty="0" err="1">
                <a:latin typeface="Arial" panose="020B0604020202020204" pitchFamily="34" charset="0"/>
                <a:cs typeface="Arial" panose="020B0604020202020204" pitchFamily="34" charset="0"/>
              </a:rPr>
              <a:t>WindowsAutopilotInfo</a:t>
            </a:r>
            <a:r>
              <a:rPr lang="en-GB" sz="2300" b="1" dirty="0">
                <a:latin typeface="Arial" panose="020B0604020202020204" pitchFamily="34" charset="0"/>
                <a:cs typeface="Arial" panose="020B0604020202020204" pitchFamily="34" charset="0"/>
              </a:rPr>
              <a:t> -Force</a:t>
            </a:r>
            <a:endParaRPr lang="en-US" sz="2300" b="1" dirty="0">
              <a:latin typeface="Arial" panose="020B0604020202020204" pitchFamily="34" charset="0"/>
              <a:cs typeface="Arial" panose="020B0604020202020204" pitchFamily="34" charset="0"/>
            </a:endParaRPr>
          </a:p>
          <a:p>
            <a:pPr marL="0" indent="0">
              <a:buNone/>
            </a:pPr>
            <a:r>
              <a:rPr lang="en-GB" sz="2300" b="1" dirty="0">
                <a:latin typeface="Arial" panose="020B0604020202020204" pitchFamily="34" charset="0"/>
                <a:cs typeface="Arial" panose="020B0604020202020204" pitchFamily="34" charset="0"/>
              </a:rPr>
              <a:t>Get-WindowsAutopilotInfo.ps1 -</a:t>
            </a:r>
            <a:r>
              <a:rPr lang="en-GB" sz="2300" b="1" dirty="0" err="1">
                <a:latin typeface="Arial" panose="020B0604020202020204" pitchFamily="34" charset="0"/>
                <a:cs typeface="Arial" panose="020B0604020202020204" pitchFamily="34" charset="0"/>
              </a:rPr>
              <a:t>OutputFile</a:t>
            </a:r>
            <a:r>
              <a:rPr lang="en-GB" sz="2300" b="1" dirty="0">
                <a:latin typeface="Arial" panose="020B0604020202020204" pitchFamily="34" charset="0"/>
                <a:cs typeface="Arial" panose="020B0604020202020204" pitchFamily="34" charset="0"/>
              </a:rPr>
              <a:t> AutopilotHWID.csv </a:t>
            </a:r>
            <a:endParaRPr lang="en-US" sz="2300" b="1" dirty="0">
              <a:latin typeface="Arial" panose="020B0604020202020204" pitchFamily="34" charset="0"/>
              <a:cs typeface="Arial" panose="020B0604020202020204" pitchFamily="34" charset="0"/>
            </a:endParaRPr>
          </a:p>
          <a:p>
            <a:pPr marL="0" indent="0">
              <a:buNone/>
            </a:pPr>
            <a:r>
              <a:rPr lang="en-GB" sz="2300" dirty="0">
                <a:latin typeface="Arial" panose="020B0604020202020204" pitchFamily="34" charset="0"/>
                <a:cs typeface="Arial" panose="020B0604020202020204" pitchFamily="34" charset="0"/>
              </a:rPr>
              <a:t> </a:t>
            </a:r>
            <a:endParaRPr lang="en-US" sz="2300" dirty="0">
              <a:latin typeface="Arial" panose="020B0604020202020204" pitchFamily="34" charset="0"/>
              <a:cs typeface="Arial" panose="020B0604020202020204" pitchFamily="34" charset="0"/>
            </a:endParaRPr>
          </a:p>
          <a:p>
            <a:endParaRPr lang="en-US" dirty="0"/>
          </a:p>
        </p:txBody>
      </p:sp>
    </p:spTree>
    <p:extLst>
      <p:ext uri="{BB962C8B-B14F-4D97-AF65-F5344CB8AC3E}">
        <p14:creationId xmlns:p14="http://schemas.microsoft.com/office/powerpoint/2010/main" val="38650911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2">
            <a:extLst>
              <a:ext uri="{FF2B5EF4-FFF2-40B4-BE49-F238E27FC236}">
                <a16:creationId xmlns:a16="http://schemas.microsoft.com/office/drawing/2014/main" id="{6C60A819-5BFD-4E86-BB6E-1878E8E4D576}"/>
              </a:ext>
            </a:extLst>
          </p:cNvPr>
          <p:cNvSpPr>
            <a:spLocks noGrp="1"/>
          </p:cNvSpPr>
          <p:nvPr>
            <p:ph type="body" sz="quarter" idx="10"/>
          </p:nvPr>
        </p:nvSpPr>
        <p:spPr>
          <a:xfrm>
            <a:off x="538653" y="1365465"/>
            <a:ext cx="11244915" cy="1545586"/>
          </a:xfrm>
        </p:spPr>
        <p:txBody>
          <a:bodyPr>
            <a:normAutofit/>
          </a:bodyPr>
          <a:lstStyle/>
          <a:p>
            <a:pPr marL="342900" indent="-342900">
              <a:lnSpc>
                <a:spcPct val="107000"/>
              </a:lnSpc>
              <a:spcAft>
                <a:spcPts val="800"/>
              </a:spcAft>
              <a:buFont typeface="+mj-lt"/>
              <a:buAutoNum type="arabicPeriod"/>
            </a:pPr>
            <a:r>
              <a:rPr lang="en-US" sz="1600" dirty="0">
                <a:latin typeface="Arial" panose="020B0604020202020204" pitchFamily="34" charset="0"/>
                <a:cs typeface="Arial" panose="020B0604020202020204" pitchFamily="34" charset="0"/>
              </a:rPr>
              <a:t>Felid Engineer  have no access to Admin portal due to which they need SD team help for uploading Hardware Hash.</a:t>
            </a:r>
          </a:p>
          <a:p>
            <a:pPr marL="342900" indent="-342900">
              <a:lnSpc>
                <a:spcPct val="107000"/>
              </a:lnSpc>
              <a:spcAft>
                <a:spcPts val="800"/>
              </a:spcAft>
              <a:buFont typeface="+mj-lt"/>
              <a:buAutoNum type="arabicPeriod"/>
            </a:pPr>
            <a:r>
              <a:rPr lang="en-US" sz="1600" dirty="0">
                <a:latin typeface="Arial" panose="020B0604020202020204" pitchFamily="34" charset="0"/>
                <a:cs typeface="Arial" panose="020B0604020202020204" pitchFamily="34" charset="0"/>
              </a:rPr>
              <a:t>Its difficulty to extract Hardware hash , when device is already delivered to user.</a:t>
            </a:r>
          </a:p>
          <a:p>
            <a:pPr marL="342900" indent="-342900">
              <a:lnSpc>
                <a:spcPct val="107000"/>
              </a:lnSpc>
              <a:spcAft>
                <a:spcPts val="800"/>
              </a:spcAft>
              <a:buFont typeface="+mj-lt"/>
              <a:buAutoNum type="arabicPeriod"/>
            </a:pPr>
            <a:r>
              <a:rPr lang="en-US" sz="1600" dirty="0">
                <a:latin typeface="Arial" panose="020B0604020202020204" pitchFamily="34" charset="0"/>
                <a:cs typeface="Arial" panose="020B0604020202020204" pitchFamily="34" charset="0"/>
              </a:rPr>
              <a:t>Time consuming process</a:t>
            </a:r>
          </a:p>
        </p:txBody>
      </p:sp>
      <p:sp>
        <p:nvSpPr>
          <p:cNvPr id="6" name="Title 1">
            <a:extLst>
              <a:ext uri="{FF2B5EF4-FFF2-40B4-BE49-F238E27FC236}">
                <a16:creationId xmlns:a16="http://schemas.microsoft.com/office/drawing/2014/main" id="{0412F6B1-8056-436E-812D-F09F23F9BD07}"/>
              </a:ext>
            </a:extLst>
          </p:cNvPr>
          <p:cNvSpPr>
            <a:spLocks noGrp="1"/>
          </p:cNvSpPr>
          <p:nvPr>
            <p:ph type="title"/>
          </p:nvPr>
        </p:nvSpPr>
        <p:spPr>
          <a:xfrm>
            <a:off x="544749" y="376135"/>
            <a:ext cx="11244915" cy="607068"/>
          </a:xfrm>
        </p:spPr>
        <p:txBody>
          <a:bodyPr>
            <a:normAutofit/>
          </a:bodyPr>
          <a:lstStyle/>
          <a:p>
            <a:r>
              <a:rPr lang="en-US" sz="1800" b="1" dirty="0">
                <a:latin typeface="Arial" panose="020B0604020202020204" pitchFamily="34" charset="0"/>
                <a:cs typeface="Arial" panose="020B0604020202020204" pitchFamily="34" charset="0"/>
              </a:rPr>
              <a:t>Problem Statement</a:t>
            </a:r>
          </a:p>
        </p:txBody>
      </p:sp>
      <p:sp>
        <p:nvSpPr>
          <p:cNvPr id="7" name="Title 1">
            <a:extLst>
              <a:ext uri="{FF2B5EF4-FFF2-40B4-BE49-F238E27FC236}">
                <a16:creationId xmlns:a16="http://schemas.microsoft.com/office/drawing/2014/main" id="{57FE6F5A-ED21-48BD-91BD-02DBC0D6073E}"/>
              </a:ext>
            </a:extLst>
          </p:cNvPr>
          <p:cNvSpPr txBox="1">
            <a:spLocks/>
          </p:cNvSpPr>
          <p:nvPr/>
        </p:nvSpPr>
        <p:spPr>
          <a:xfrm>
            <a:off x="538653" y="2911050"/>
            <a:ext cx="11375136" cy="609600"/>
          </a:xfrm>
          <a:prstGeom prst="rect">
            <a:avLst/>
          </a:prstGeom>
        </p:spPr>
        <p:txBody>
          <a:bodyPr vert="horz" lIns="0" tIns="60960" rIns="0" bIns="60960" rtlCol="0" anchor="ctr" anchorCtr="0">
            <a:noAutofit/>
          </a:bodyPr>
          <a:lstStyle>
            <a:lvl1pPr algn="l" defTabSz="685783" rtl="0" eaLnBrk="1" latinLnBrk="0" hangingPunct="1">
              <a:lnSpc>
                <a:spcPct val="90000"/>
              </a:lnSpc>
              <a:spcBef>
                <a:spcPct val="0"/>
              </a:spcBef>
              <a:buNone/>
              <a:defRPr sz="2400" b="1" kern="1200" spc="-38" baseline="0">
                <a:solidFill>
                  <a:schemeClr val="bg2"/>
                </a:solidFill>
                <a:latin typeface="+mj-lt"/>
                <a:ea typeface="+mj-ea"/>
                <a:cs typeface="+mj-cs"/>
              </a:defRPr>
            </a:lvl1pPr>
          </a:lstStyle>
          <a:p>
            <a:r>
              <a:rPr lang="en-US" sz="1800" dirty="0">
                <a:solidFill>
                  <a:schemeClr val="tx1"/>
                </a:solidFill>
                <a:latin typeface="Arial" panose="020B0604020202020204" pitchFamily="34" charset="0"/>
                <a:cs typeface="Arial" panose="020B0604020202020204" pitchFamily="34" charset="0"/>
              </a:rPr>
              <a:t>Solution</a:t>
            </a:r>
          </a:p>
        </p:txBody>
      </p:sp>
      <p:sp>
        <p:nvSpPr>
          <p:cNvPr id="8" name="Text Placeholder 2">
            <a:extLst>
              <a:ext uri="{FF2B5EF4-FFF2-40B4-BE49-F238E27FC236}">
                <a16:creationId xmlns:a16="http://schemas.microsoft.com/office/drawing/2014/main" id="{FBF03A85-7474-4EBA-920D-35200F952CC2}"/>
              </a:ext>
            </a:extLst>
          </p:cNvPr>
          <p:cNvSpPr txBox="1">
            <a:spLocks/>
          </p:cNvSpPr>
          <p:nvPr/>
        </p:nvSpPr>
        <p:spPr>
          <a:xfrm>
            <a:off x="538652" y="3106007"/>
            <a:ext cx="11244915" cy="414643"/>
          </a:xfrm>
          <a:prstGeom prst="rect">
            <a:avLst/>
          </a:prstGeom>
        </p:spPr>
        <p:txBody>
          <a:bodyPr vert="horz" lIns="0" tIns="60960" rIns="0" bIns="60960" rtlCol="0">
            <a:noAutofit/>
          </a:bodyPr>
          <a:lstStyle>
            <a:lvl1pPr marL="200020" indent="-200020" algn="l" defTabSz="685783" rtl="0" eaLnBrk="1" latinLnBrk="0" hangingPunct="1">
              <a:spcBef>
                <a:spcPts val="750"/>
              </a:spcBef>
              <a:spcAft>
                <a:spcPts val="150"/>
              </a:spcAft>
              <a:buClr>
                <a:schemeClr val="accent1"/>
              </a:buClr>
              <a:buSzPct val="120000"/>
              <a:buFont typeface="Arial" charset="0"/>
              <a:buChar char="•"/>
              <a:tabLst/>
              <a:defRPr sz="1800" kern="1200">
                <a:solidFill>
                  <a:schemeClr val="tx1"/>
                </a:solidFill>
                <a:latin typeface="+mn-lt"/>
                <a:ea typeface="+mn-ea"/>
                <a:cs typeface="+mn-cs"/>
              </a:defRPr>
            </a:lvl1pPr>
            <a:lvl2pPr marL="461951" indent="-201608" algn="l" defTabSz="685783" rtl="0" eaLnBrk="1" latinLnBrk="0" hangingPunct="1">
              <a:lnSpc>
                <a:spcPct val="90000"/>
              </a:lnSpc>
              <a:spcBef>
                <a:spcPts val="300"/>
              </a:spcBef>
              <a:spcAft>
                <a:spcPts val="300"/>
              </a:spcAft>
              <a:buClr>
                <a:schemeClr val="accent1"/>
              </a:buClr>
              <a:buSzPct val="120000"/>
              <a:buFont typeface="Helvetica" charset="0"/>
              <a:buChar char="⁃"/>
              <a:tabLst/>
              <a:defRPr sz="1600" kern="1200">
                <a:solidFill>
                  <a:schemeClr val="tx1"/>
                </a:solidFill>
                <a:latin typeface="+mn-lt"/>
                <a:ea typeface="+mn-ea"/>
                <a:cs typeface="+mn-cs"/>
              </a:defRPr>
            </a:lvl2pPr>
            <a:lvl3pPr marL="634985" indent="-126997" algn="l" defTabSz="685783" rtl="0" eaLnBrk="1" latinLnBrk="0" hangingPunct="1">
              <a:lnSpc>
                <a:spcPct val="90000"/>
              </a:lnSpc>
              <a:spcBef>
                <a:spcPts val="300"/>
              </a:spcBef>
              <a:spcAft>
                <a:spcPts val="300"/>
              </a:spcAft>
              <a:buClr>
                <a:schemeClr val="accent1"/>
              </a:buClr>
              <a:buSzPct val="120000"/>
              <a:buFont typeface="Arial" charset="0"/>
              <a:buChar char="•"/>
              <a:tabLst/>
              <a:defRPr sz="1400" kern="1200">
                <a:solidFill>
                  <a:schemeClr val="tx1"/>
                </a:solidFill>
                <a:latin typeface="+mn-lt"/>
                <a:ea typeface="+mn-ea"/>
                <a:cs typeface="+mn-cs"/>
              </a:defRPr>
            </a:lvl3pPr>
            <a:lvl4pPr marL="806430" indent="-142871" algn="l" defTabSz="685783" rtl="0" eaLnBrk="1" latinLnBrk="0" hangingPunct="1">
              <a:lnSpc>
                <a:spcPct val="90000"/>
              </a:lnSpc>
              <a:spcBef>
                <a:spcPts val="300"/>
              </a:spcBef>
              <a:spcAft>
                <a:spcPts val="300"/>
              </a:spcAft>
              <a:buClr>
                <a:schemeClr val="accent1"/>
              </a:buClr>
              <a:buSzPct val="120000"/>
              <a:buFont typeface="Helvetica" charset="0"/>
              <a:buChar char="⁃"/>
              <a:tabLst/>
              <a:defRPr sz="1200" kern="1200">
                <a:solidFill>
                  <a:schemeClr val="tx1"/>
                </a:solidFill>
                <a:latin typeface="+mn-lt"/>
                <a:ea typeface="+mn-ea"/>
                <a:cs typeface="+mn-cs"/>
              </a:defRPr>
            </a:lvl4pPr>
            <a:lvl5pPr marL="917552" indent="-133347" algn="l" defTabSz="685783" rtl="0" eaLnBrk="1" latinLnBrk="0" hangingPunct="1">
              <a:lnSpc>
                <a:spcPct val="90000"/>
              </a:lnSpc>
              <a:spcBef>
                <a:spcPts val="300"/>
              </a:spcBef>
              <a:spcAft>
                <a:spcPts val="300"/>
              </a:spcAft>
              <a:buClr>
                <a:schemeClr val="accent1"/>
              </a:buClr>
              <a:buSzPct val="100000"/>
              <a:buFont typeface="Arial" charset="0"/>
              <a:buChar char="•"/>
              <a:tabLst/>
              <a:defRPr sz="1200" kern="1200">
                <a:solidFill>
                  <a:schemeClr val="tx1"/>
                </a:solidFill>
                <a:latin typeface="+mn-lt"/>
                <a:ea typeface="+mn-ea"/>
                <a:cs typeface="+mn-cs"/>
              </a:defRPr>
            </a:lvl5pPr>
            <a:lvl6pPr marL="1885903" indent="-171446" algn="l" defTabSz="685783"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6pPr>
            <a:lvl7pPr marL="2228795" indent="-171446" algn="l" defTabSz="685783"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7pPr>
            <a:lvl8pPr marL="2571686" indent="-171446" algn="l" defTabSz="685783"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8pPr>
            <a:lvl9pPr marL="2914577" indent="-171446" algn="l" defTabSz="685783"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9pPr>
          </a:lstStyle>
          <a:p>
            <a:pPr>
              <a:buClr>
                <a:schemeClr val="tx1"/>
              </a:buClr>
              <a:buFont typeface="Wingdings" panose="05000000000000000000" pitchFamily="2" charset="2"/>
              <a:buChar char="Ø"/>
            </a:pPr>
            <a:endParaRPr lang="en-US" sz="2400" dirty="0"/>
          </a:p>
        </p:txBody>
      </p:sp>
      <p:sp>
        <p:nvSpPr>
          <p:cNvPr id="2" name="Rectangle 1">
            <a:extLst>
              <a:ext uri="{FF2B5EF4-FFF2-40B4-BE49-F238E27FC236}">
                <a16:creationId xmlns:a16="http://schemas.microsoft.com/office/drawing/2014/main" id="{DC6FD4EF-E685-4B67-ABF0-321E310D0355}"/>
              </a:ext>
            </a:extLst>
          </p:cNvPr>
          <p:cNvSpPr/>
          <p:nvPr/>
        </p:nvSpPr>
        <p:spPr>
          <a:xfrm>
            <a:off x="538653" y="3722551"/>
            <a:ext cx="11142485" cy="1562735"/>
          </a:xfrm>
          <a:prstGeom prst="rect">
            <a:avLst/>
          </a:prstGeom>
        </p:spPr>
        <p:txBody>
          <a:bodyPr wrap="square">
            <a:spAutoFit/>
          </a:bodyPr>
          <a:lstStyle/>
          <a:p>
            <a:pPr>
              <a:lnSpc>
                <a:spcPct val="107000"/>
              </a:lnSpc>
              <a:spcAft>
                <a:spcPts val="800"/>
              </a:spcAft>
            </a:pPr>
            <a:r>
              <a:rPr lang="en-US" sz="1600" dirty="0">
                <a:latin typeface="Arial" panose="020B0604020202020204" pitchFamily="34" charset="0"/>
                <a:cs typeface="Arial" panose="020B0604020202020204" pitchFamily="34" charset="0"/>
              </a:rPr>
              <a:t>Install </a:t>
            </a:r>
            <a:r>
              <a:rPr lang="en-US" sz="1600" b="1" dirty="0" err="1">
                <a:latin typeface="Arial" panose="020B0604020202020204" pitchFamily="34" charset="0"/>
                <a:cs typeface="Arial" panose="020B0604020202020204" pitchFamily="34" charset="0"/>
              </a:rPr>
              <a:t>Microsoft.Graph.Intune</a:t>
            </a:r>
            <a:r>
              <a:rPr lang="en-US" sz="1600" b="1" dirty="0">
                <a:latin typeface="Arial" panose="020B0604020202020204" pitchFamily="34" charset="0"/>
                <a:cs typeface="Arial" panose="020B0604020202020204" pitchFamily="34" charset="0"/>
              </a:rPr>
              <a:t> module </a:t>
            </a:r>
            <a:r>
              <a:rPr lang="en-US" sz="1600" dirty="0">
                <a:latin typeface="Arial" panose="020B0604020202020204" pitchFamily="34" charset="0"/>
                <a:cs typeface="Arial" panose="020B0604020202020204" pitchFamily="34" charset="0"/>
              </a:rPr>
              <a:t>and add necessary users and groups in “Microsoft Intune PowerShell App” under Users &amp; Groups so that they can upload Hardware hash directly from OOBE screen. This will reduce Hardware hash upload time.</a:t>
            </a:r>
          </a:p>
          <a:p>
            <a:pPr>
              <a:lnSpc>
                <a:spcPct val="107000"/>
              </a:lnSpc>
              <a:spcAft>
                <a:spcPts val="800"/>
              </a:spcAft>
            </a:pPr>
            <a:endParaRPr lang="en-US" sz="1400" b="1" dirty="0">
              <a:latin typeface="Arial" panose="020B0604020202020204" pitchFamily="34" charset="0"/>
              <a:ea typeface="Calibri" panose="020F0502020204030204" pitchFamily="34" charset="0"/>
              <a:cs typeface="Arial" panose="020B0604020202020204" pitchFamily="34" charset="0"/>
            </a:endParaRPr>
          </a:p>
          <a:p>
            <a:pPr>
              <a:lnSpc>
                <a:spcPct val="107000"/>
              </a:lnSpc>
              <a:spcAft>
                <a:spcPts val="800"/>
              </a:spcAft>
            </a:pPr>
            <a:r>
              <a:rPr lang="en-US" sz="1600" b="1" dirty="0">
                <a:latin typeface="Arial" panose="020B0604020202020204" pitchFamily="34" charset="0"/>
                <a:ea typeface="Calibri" panose="020F0502020204030204" pitchFamily="34" charset="0"/>
                <a:cs typeface="Arial" panose="020B0604020202020204" pitchFamily="34" charset="0"/>
                <a:hlinkClick r:id="rId2"/>
              </a:rPr>
              <a:t>https://github.com/microsoft/Intune-PowerShell-SDK</a:t>
            </a:r>
            <a:r>
              <a:rPr lang="en-US" sz="1600" b="1" dirty="0">
                <a:latin typeface="Arial" panose="020B0604020202020204" pitchFamily="34" charset="0"/>
                <a:ea typeface="Calibri" panose="020F0502020204030204" pitchFamily="34" charset="0"/>
                <a:cs typeface="Arial" panose="020B0604020202020204" pitchFamily="34" charset="0"/>
              </a:rPr>
              <a:t> </a:t>
            </a:r>
          </a:p>
        </p:txBody>
      </p:sp>
    </p:spTree>
    <p:extLst>
      <p:ext uri="{BB962C8B-B14F-4D97-AF65-F5344CB8AC3E}">
        <p14:creationId xmlns:p14="http://schemas.microsoft.com/office/powerpoint/2010/main" val="13093448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698373E-CCE3-4F0D-8773-4AA75126D102}"/>
              </a:ext>
            </a:extLst>
          </p:cNvPr>
          <p:cNvSpPr/>
          <p:nvPr/>
        </p:nvSpPr>
        <p:spPr>
          <a:xfrm>
            <a:off x="375026" y="1079466"/>
            <a:ext cx="7965583" cy="2836802"/>
          </a:xfrm>
          <a:prstGeom prst="rect">
            <a:avLst/>
          </a:prstGeom>
        </p:spPr>
        <p:txBody>
          <a:bodyPr wrap="square">
            <a:spAutoFit/>
          </a:bodyPr>
          <a:lstStyle/>
          <a:p>
            <a:pPr>
              <a:lnSpc>
                <a:spcPct val="107000"/>
              </a:lnSpc>
              <a:spcAft>
                <a:spcPts val="800"/>
              </a:spcAft>
            </a:pPr>
            <a:r>
              <a:rPr lang="en-US" dirty="0">
                <a:latin typeface="Calibri" panose="020F0502020204030204" pitchFamily="34" charset="0"/>
                <a:ea typeface="Calibri" panose="020F0502020204030204" pitchFamily="34" charset="0"/>
                <a:cs typeface="Times New Roman" panose="02020603050405020304" pitchFamily="18" charset="0"/>
              </a:rPr>
              <a:t>Press </a:t>
            </a:r>
            <a:r>
              <a:rPr lang="en-US" b="1" dirty="0">
                <a:latin typeface="Calibri" panose="020F0502020204030204" pitchFamily="34" charset="0"/>
                <a:ea typeface="Calibri" panose="020F0502020204030204" pitchFamily="34" charset="0"/>
                <a:cs typeface="Times New Roman" panose="02020603050405020304" pitchFamily="18" charset="0"/>
              </a:rPr>
              <a:t>Shift+f10 </a:t>
            </a:r>
            <a:r>
              <a:rPr lang="en-US" sz="1600" dirty="0">
                <a:latin typeface="Calibri" panose="020F0502020204030204" pitchFamily="34" charset="0"/>
                <a:cs typeface="Times New Roman" panose="02020603050405020304" pitchFamily="18" charset="0"/>
              </a:rPr>
              <a:t>and type below command one by one</a:t>
            </a:r>
          </a:p>
          <a:p>
            <a:pPr>
              <a:lnSpc>
                <a:spcPct val="107000"/>
              </a:lnSpc>
              <a:spcAft>
                <a:spcPts val="800"/>
              </a:spcAft>
            </a:pPr>
            <a:r>
              <a:rPr lang="en-US" sz="1600" b="1" dirty="0">
                <a:highlight>
                  <a:srgbClr val="C0C0C0"/>
                </a:highlight>
                <a:latin typeface="Calibri" panose="020F0502020204030204" pitchFamily="34" charset="0"/>
                <a:ea typeface="Calibri" panose="020F0502020204030204" pitchFamily="34" charset="0"/>
                <a:cs typeface="Times New Roman" panose="02020603050405020304" pitchFamily="18" charset="0"/>
              </a:rPr>
              <a:t>Powershell.exe</a:t>
            </a:r>
          </a:p>
          <a:p>
            <a:pPr>
              <a:lnSpc>
                <a:spcPct val="107000"/>
              </a:lnSpc>
              <a:spcAft>
                <a:spcPts val="800"/>
              </a:spcAft>
            </a:pPr>
            <a:r>
              <a:rPr lang="en-US" sz="1600" b="1" dirty="0">
                <a:highlight>
                  <a:srgbClr val="C0C0C0"/>
                </a:highlight>
                <a:latin typeface="Calibri" panose="020F0502020204030204" pitchFamily="34" charset="0"/>
                <a:ea typeface="Calibri" panose="020F0502020204030204" pitchFamily="34" charset="0"/>
                <a:cs typeface="Times New Roman" panose="02020603050405020304" pitchFamily="18" charset="0"/>
              </a:rPr>
              <a:t>Set-</a:t>
            </a:r>
            <a:r>
              <a:rPr lang="en-US" sz="1600" b="1" dirty="0" err="1">
                <a:highlight>
                  <a:srgbClr val="C0C0C0"/>
                </a:highlight>
                <a:latin typeface="Calibri" panose="020F0502020204030204" pitchFamily="34" charset="0"/>
                <a:ea typeface="Calibri" panose="020F0502020204030204" pitchFamily="34" charset="0"/>
                <a:cs typeface="Times New Roman" panose="02020603050405020304" pitchFamily="18" charset="0"/>
              </a:rPr>
              <a:t>ExecutionPolicy</a:t>
            </a:r>
            <a:r>
              <a:rPr lang="en-US" sz="1600" b="1" dirty="0">
                <a:highlight>
                  <a:srgbClr val="C0C0C0"/>
                </a:highlight>
                <a:latin typeface="Calibri" panose="020F0502020204030204" pitchFamily="34" charset="0"/>
                <a:ea typeface="Calibri" panose="020F0502020204030204" pitchFamily="34" charset="0"/>
                <a:cs typeface="Times New Roman" panose="02020603050405020304" pitchFamily="18" charset="0"/>
              </a:rPr>
              <a:t> -Scope Process -</a:t>
            </a:r>
            <a:r>
              <a:rPr lang="en-US" sz="1600" b="1" dirty="0" err="1">
                <a:highlight>
                  <a:srgbClr val="C0C0C0"/>
                </a:highlight>
                <a:latin typeface="Calibri" panose="020F0502020204030204" pitchFamily="34" charset="0"/>
                <a:ea typeface="Calibri" panose="020F0502020204030204" pitchFamily="34" charset="0"/>
                <a:cs typeface="Times New Roman" panose="02020603050405020304" pitchFamily="18" charset="0"/>
              </a:rPr>
              <a:t>ExecutionPolicy</a:t>
            </a:r>
            <a:r>
              <a:rPr lang="en-US" sz="1600" b="1" dirty="0">
                <a:highlight>
                  <a:srgbClr val="C0C0C0"/>
                </a:highlight>
                <a:latin typeface="Calibri" panose="020F0502020204030204" pitchFamily="34" charset="0"/>
                <a:ea typeface="Calibri" panose="020F0502020204030204" pitchFamily="34" charset="0"/>
                <a:cs typeface="Times New Roman" panose="02020603050405020304" pitchFamily="18" charset="0"/>
              </a:rPr>
              <a:t> Unrestricted -Force</a:t>
            </a:r>
          </a:p>
          <a:p>
            <a:pPr>
              <a:lnSpc>
                <a:spcPct val="107000"/>
              </a:lnSpc>
              <a:spcAft>
                <a:spcPts val="800"/>
              </a:spcAft>
            </a:pPr>
            <a:r>
              <a:rPr lang="en-US" sz="1600" b="1" dirty="0">
                <a:highlight>
                  <a:srgbClr val="C0C0C0"/>
                </a:highlight>
                <a:latin typeface="Calibri" panose="020F0502020204030204" pitchFamily="34" charset="0"/>
                <a:ea typeface="Calibri" panose="020F0502020204030204" pitchFamily="34" charset="0"/>
                <a:cs typeface="Times New Roman" panose="02020603050405020304" pitchFamily="18" charset="0"/>
              </a:rPr>
              <a:t>Install-Script -Name Get-</a:t>
            </a:r>
            <a:r>
              <a:rPr lang="en-US" sz="1600" b="1" dirty="0" err="1">
                <a:highlight>
                  <a:srgbClr val="C0C0C0"/>
                </a:highlight>
                <a:latin typeface="Calibri" panose="020F0502020204030204" pitchFamily="34" charset="0"/>
                <a:ea typeface="Calibri" panose="020F0502020204030204" pitchFamily="34" charset="0"/>
                <a:cs typeface="Times New Roman" panose="02020603050405020304" pitchFamily="18" charset="0"/>
              </a:rPr>
              <a:t>WindowsAutopilotInfo</a:t>
            </a:r>
            <a:r>
              <a:rPr lang="en-US" sz="1600" b="1" dirty="0">
                <a:highlight>
                  <a:srgbClr val="C0C0C0"/>
                </a:highlight>
                <a:latin typeface="Calibri" panose="020F0502020204030204" pitchFamily="34" charset="0"/>
                <a:ea typeface="Calibri" panose="020F0502020204030204" pitchFamily="34" charset="0"/>
                <a:cs typeface="Times New Roman" panose="02020603050405020304" pitchFamily="18" charset="0"/>
              </a:rPr>
              <a:t> -Force</a:t>
            </a:r>
          </a:p>
          <a:p>
            <a:pPr>
              <a:lnSpc>
                <a:spcPct val="107000"/>
              </a:lnSpc>
              <a:spcAft>
                <a:spcPts val="800"/>
              </a:spcAft>
            </a:pPr>
            <a:r>
              <a:rPr lang="en-US" sz="1600" b="1" dirty="0">
                <a:highlight>
                  <a:srgbClr val="C0C0C0"/>
                </a:highlight>
                <a:latin typeface="Calibri" panose="020F0502020204030204" pitchFamily="34" charset="0"/>
                <a:ea typeface="Calibri" panose="020F0502020204030204" pitchFamily="34" charset="0"/>
                <a:cs typeface="Times New Roman" panose="02020603050405020304" pitchFamily="18" charset="0"/>
              </a:rPr>
              <a:t>Get-WindowsAutopilotInfo.ps1 –</a:t>
            </a:r>
            <a:r>
              <a:rPr lang="en-US" sz="1600" b="1" dirty="0">
                <a:highlight>
                  <a:srgbClr val="C0C0C0"/>
                </a:highlight>
                <a:latin typeface="Calibri" panose="020F0502020204030204" pitchFamily="34" charset="0"/>
                <a:cs typeface="Times New Roman" panose="02020603050405020304" pitchFamily="18" charset="0"/>
              </a:rPr>
              <a:t>online –assign</a:t>
            </a:r>
          </a:p>
          <a:p>
            <a:pPr>
              <a:lnSpc>
                <a:spcPct val="107000"/>
              </a:lnSpc>
              <a:spcAft>
                <a:spcPts val="800"/>
              </a:spcAft>
            </a:pPr>
            <a:r>
              <a:rPr lang="en-US" sz="1600" b="1">
                <a:latin typeface="Calibri" panose="020F0502020204030204" pitchFamily="34" charset="0"/>
                <a:cs typeface="Times New Roman" panose="02020603050405020304" pitchFamily="18" charset="0"/>
              </a:rPr>
              <a:t>E.g.-&gt; Get-WindowsAutoPilotInfo</a:t>
            </a:r>
            <a:r>
              <a:rPr lang="en-US" sz="1600" b="1" dirty="0">
                <a:latin typeface="Calibri" panose="020F0502020204030204" pitchFamily="34" charset="0"/>
                <a:cs typeface="Times New Roman" panose="02020603050405020304" pitchFamily="18" charset="0"/>
              </a:rPr>
              <a:t>.ps1    -</a:t>
            </a:r>
            <a:r>
              <a:rPr lang="en-US" sz="1600" b="1" dirty="0" err="1">
                <a:latin typeface="Calibri" panose="020F0502020204030204" pitchFamily="34" charset="0"/>
                <a:cs typeface="Times New Roman" panose="02020603050405020304" pitchFamily="18" charset="0"/>
              </a:rPr>
              <a:t>GroupTag</a:t>
            </a:r>
            <a:r>
              <a:rPr lang="en-US" sz="1600" b="1" dirty="0">
                <a:latin typeface="Calibri" panose="020F0502020204030204" pitchFamily="34" charset="0"/>
                <a:cs typeface="Times New Roman" panose="02020603050405020304" pitchFamily="18" charset="0"/>
              </a:rPr>
              <a:t> </a:t>
            </a:r>
            <a:r>
              <a:rPr lang="en-US" sz="1600" b="1" dirty="0" err="1">
                <a:latin typeface="Calibri" panose="020F0502020204030204" pitchFamily="34" charset="0"/>
                <a:cs typeface="Times New Roman" panose="02020603050405020304" pitchFamily="18" charset="0"/>
              </a:rPr>
              <a:t>OwnPC</a:t>
            </a:r>
            <a:r>
              <a:rPr lang="en-US" sz="1600" b="1" dirty="0">
                <a:latin typeface="Calibri" panose="020F0502020204030204" pitchFamily="34" charset="0"/>
                <a:cs typeface="Times New Roman" panose="02020603050405020304" pitchFamily="18" charset="0"/>
              </a:rPr>
              <a:t> -Online -</a:t>
            </a:r>
            <a:r>
              <a:rPr lang="en-US" sz="1600" b="1" dirty="0" err="1">
                <a:latin typeface="Calibri" panose="020F0502020204030204" pitchFamily="34" charset="0"/>
                <a:cs typeface="Times New Roman" panose="02020603050405020304" pitchFamily="18" charset="0"/>
              </a:rPr>
              <a:t>AddToGroup</a:t>
            </a:r>
            <a:r>
              <a:rPr lang="en-US" sz="1600" b="1" dirty="0">
                <a:latin typeface="Calibri" panose="020F0502020204030204" pitchFamily="34" charset="0"/>
                <a:cs typeface="Times New Roman" panose="02020603050405020304" pitchFamily="18" charset="0"/>
              </a:rPr>
              <a:t>  "</a:t>
            </a:r>
            <a:r>
              <a:rPr lang="en-US" sz="1600" b="1" dirty="0" err="1">
                <a:latin typeface="Calibri" panose="020F0502020204030204" pitchFamily="34" charset="0"/>
                <a:cs typeface="Times New Roman" panose="02020603050405020304" pitchFamily="18" charset="0"/>
              </a:rPr>
              <a:t>AutoPilot_On_Users_OwnPC</a:t>
            </a:r>
            <a:r>
              <a:rPr lang="en-US" sz="1600" b="1" dirty="0">
                <a:latin typeface="Calibri" panose="020F0502020204030204" pitchFamily="34" charset="0"/>
                <a:cs typeface="Times New Roman" panose="02020603050405020304" pitchFamily="18" charset="0"/>
              </a:rPr>
              <a:t>" -Assign</a:t>
            </a:r>
            <a:endParaRPr lang="en-US" sz="1600" b="1" dirty="0">
              <a:highlight>
                <a:srgbClr val="C0C0C0"/>
              </a:highlight>
              <a:latin typeface="Calibri" panose="020F0502020204030204" pitchFamily="34" charset="0"/>
              <a:cs typeface="Times New Roman" panose="02020603050405020304" pitchFamily="18" charset="0"/>
            </a:endParaRPr>
          </a:p>
          <a:p>
            <a:pPr>
              <a:lnSpc>
                <a:spcPct val="107000"/>
              </a:lnSpc>
              <a:spcAft>
                <a:spcPts val="800"/>
              </a:spcAft>
            </a:pPr>
            <a:endParaRPr lang="en-US" sz="1600" b="1" dirty="0">
              <a:highlight>
                <a:srgbClr val="C0C0C0"/>
              </a:highlight>
              <a:latin typeface="Calibri" panose="020F0502020204030204" pitchFamily="34" charset="0"/>
              <a:ea typeface="Calibri" panose="020F0502020204030204" pitchFamily="34" charset="0"/>
              <a:cs typeface="Times New Roman" panose="02020603050405020304" pitchFamily="18" charset="0"/>
            </a:endParaRPr>
          </a:p>
        </p:txBody>
      </p:sp>
      <p:pic>
        <p:nvPicPr>
          <p:cNvPr id="5" name="Picture 4">
            <a:extLst>
              <a:ext uri="{FF2B5EF4-FFF2-40B4-BE49-F238E27FC236}">
                <a16:creationId xmlns:a16="http://schemas.microsoft.com/office/drawing/2014/main" id="{8B4BEB96-4ECC-4ADB-AC53-0C8A2B80FA80}"/>
              </a:ext>
            </a:extLst>
          </p:cNvPr>
          <p:cNvPicPr/>
          <p:nvPr/>
        </p:nvPicPr>
        <p:blipFill>
          <a:blip r:embed="rId2"/>
          <a:stretch>
            <a:fillRect/>
          </a:stretch>
        </p:blipFill>
        <p:spPr>
          <a:xfrm>
            <a:off x="476517" y="3496614"/>
            <a:ext cx="9981128" cy="3361386"/>
          </a:xfrm>
          <a:prstGeom prst="rect">
            <a:avLst/>
          </a:prstGeom>
        </p:spPr>
      </p:pic>
      <p:sp>
        <p:nvSpPr>
          <p:cNvPr id="7" name="Rectangle 6">
            <a:extLst>
              <a:ext uri="{FF2B5EF4-FFF2-40B4-BE49-F238E27FC236}">
                <a16:creationId xmlns:a16="http://schemas.microsoft.com/office/drawing/2014/main" id="{884D43F2-C27C-4998-B538-9985039F9649}"/>
              </a:ext>
            </a:extLst>
          </p:cNvPr>
          <p:cNvSpPr/>
          <p:nvPr/>
        </p:nvSpPr>
        <p:spPr>
          <a:xfrm>
            <a:off x="476517" y="703914"/>
            <a:ext cx="4347953" cy="375552"/>
          </a:xfrm>
          <a:prstGeom prst="rect">
            <a:avLst/>
          </a:prstGeom>
        </p:spPr>
        <p:txBody>
          <a:bodyPr wrap="square">
            <a:spAutoFit/>
          </a:bodyPr>
          <a:lstStyle/>
          <a:p>
            <a:pPr>
              <a:lnSpc>
                <a:spcPct val="107000"/>
              </a:lnSpc>
              <a:spcAft>
                <a:spcPts val="800"/>
              </a:spcAft>
            </a:pPr>
            <a:r>
              <a:rPr lang="en-US" b="1" dirty="0">
                <a:latin typeface="Calibri" panose="020F0502020204030204" pitchFamily="34" charset="0"/>
                <a:ea typeface="Calibri" panose="020F0502020204030204" pitchFamily="34" charset="0"/>
                <a:cs typeface="Times New Roman" panose="02020603050405020304" pitchFamily="18" charset="0"/>
              </a:rPr>
              <a:t>Run PowerShell Script during OOBE Screen</a:t>
            </a:r>
          </a:p>
        </p:txBody>
      </p:sp>
      <p:pic>
        <p:nvPicPr>
          <p:cNvPr id="8" name="Picture 7">
            <a:extLst>
              <a:ext uri="{FF2B5EF4-FFF2-40B4-BE49-F238E27FC236}">
                <a16:creationId xmlns:a16="http://schemas.microsoft.com/office/drawing/2014/main" id="{879958EB-E203-48C7-BD92-AA340D81E148}"/>
              </a:ext>
            </a:extLst>
          </p:cNvPr>
          <p:cNvPicPr>
            <a:picLocks noChangeAspect="1"/>
          </p:cNvPicPr>
          <p:nvPr/>
        </p:nvPicPr>
        <p:blipFill>
          <a:blip r:embed="rId3"/>
          <a:stretch>
            <a:fillRect/>
          </a:stretch>
        </p:blipFill>
        <p:spPr>
          <a:xfrm>
            <a:off x="7740203" y="380236"/>
            <a:ext cx="4076771" cy="3116378"/>
          </a:xfrm>
          <a:prstGeom prst="rect">
            <a:avLst/>
          </a:prstGeom>
        </p:spPr>
      </p:pic>
      <p:sp>
        <p:nvSpPr>
          <p:cNvPr id="9" name="Rectangle 8">
            <a:extLst>
              <a:ext uri="{FF2B5EF4-FFF2-40B4-BE49-F238E27FC236}">
                <a16:creationId xmlns:a16="http://schemas.microsoft.com/office/drawing/2014/main" id="{8EC304DD-D7DC-4126-9A6B-C547D0787812}"/>
              </a:ext>
            </a:extLst>
          </p:cNvPr>
          <p:cNvSpPr/>
          <p:nvPr/>
        </p:nvSpPr>
        <p:spPr>
          <a:xfrm>
            <a:off x="2632395" y="328362"/>
            <a:ext cx="4347953" cy="375552"/>
          </a:xfrm>
          <a:prstGeom prst="rect">
            <a:avLst/>
          </a:prstGeom>
        </p:spPr>
        <p:txBody>
          <a:bodyPr wrap="square">
            <a:spAutoFit/>
          </a:bodyPr>
          <a:lstStyle/>
          <a:p>
            <a:pPr>
              <a:lnSpc>
                <a:spcPct val="107000"/>
              </a:lnSpc>
              <a:spcAft>
                <a:spcPts val="800"/>
              </a:spcAft>
            </a:pPr>
            <a:r>
              <a:rPr lang="en-US" b="1" u="sng" dirty="0">
                <a:highlight>
                  <a:srgbClr val="C0C0C0"/>
                </a:highlight>
                <a:latin typeface="Calibri" panose="020F0502020204030204" pitchFamily="34" charset="0"/>
                <a:ea typeface="Calibri" panose="020F0502020204030204" pitchFamily="34" charset="0"/>
                <a:cs typeface="Times New Roman" panose="02020603050405020304" pitchFamily="18" charset="0"/>
              </a:rPr>
              <a:t>Client Side Experience (With New Process) </a:t>
            </a:r>
          </a:p>
        </p:txBody>
      </p:sp>
    </p:spTree>
    <p:extLst>
      <p:ext uri="{BB962C8B-B14F-4D97-AF65-F5344CB8AC3E}">
        <p14:creationId xmlns:p14="http://schemas.microsoft.com/office/powerpoint/2010/main" val="40013902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7C9EB5C-9024-41C7-B421-38D751644E1A}"/>
              </a:ext>
            </a:extLst>
          </p:cNvPr>
          <p:cNvPicPr/>
          <p:nvPr/>
        </p:nvPicPr>
        <p:blipFill>
          <a:blip r:embed="rId2"/>
          <a:stretch>
            <a:fillRect/>
          </a:stretch>
        </p:blipFill>
        <p:spPr>
          <a:xfrm>
            <a:off x="656822" y="1094704"/>
            <a:ext cx="10676586" cy="5563673"/>
          </a:xfrm>
          <a:prstGeom prst="rect">
            <a:avLst/>
          </a:prstGeom>
        </p:spPr>
      </p:pic>
      <p:sp>
        <p:nvSpPr>
          <p:cNvPr id="3" name="Rectangle 2">
            <a:extLst>
              <a:ext uri="{FF2B5EF4-FFF2-40B4-BE49-F238E27FC236}">
                <a16:creationId xmlns:a16="http://schemas.microsoft.com/office/drawing/2014/main" id="{42D54C92-A821-4A56-9DDE-9E2B0237DA72}"/>
              </a:ext>
            </a:extLst>
          </p:cNvPr>
          <p:cNvSpPr/>
          <p:nvPr/>
        </p:nvSpPr>
        <p:spPr>
          <a:xfrm>
            <a:off x="656822" y="620519"/>
            <a:ext cx="6096000" cy="375552"/>
          </a:xfrm>
          <a:prstGeom prst="rect">
            <a:avLst/>
          </a:prstGeom>
        </p:spPr>
        <p:txBody>
          <a:bodyPr>
            <a:spAutoFit/>
          </a:bodyPr>
          <a:lstStyle/>
          <a:p>
            <a:pPr>
              <a:lnSpc>
                <a:spcPct val="107000"/>
              </a:lnSpc>
              <a:spcAft>
                <a:spcPts val="800"/>
              </a:spcAft>
            </a:pPr>
            <a:r>
              <a:rPr lang="en-US" b="1" dirty="0">
                <a:latin typeface="Calibri" panose="020F0502020204030204" pitchFamily="34" charset="0"/>
                <a:ea typeface="Calibri" panose="020F0502020204030204" pitchFamily="34" charset="0"/>
                <a:cs typeface="Times New Roman" panose="02020603050405020304" pitchFamily="18" charset="0"/>
              </a:rPr>
              <a:t>Script downloading and installing necessary autopilot module</a:t>
            </a:r>
          </a:p>
        </p:txBody>
      </p:sp>
    </p:spTree>
    <p:extLst>
      <p:ext uri="{BB962C8B-B14F-4D97-AF65-F5344CB8AC3E}">
        <p14:creationId xmlns:p14="http://schemas.microsoft.com/office/powerpoint/2010/main" val="2071295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2023FA3-4846-49F9-BEAE-D9C11EFE992D}"/>
              </a:ext>
            </a:extLst>
          </p:cNvPr>
          <p:cNvPicPr/>
          <p:nvPr/>
        </p:nvPicPr>
        <p:blipFill>
          <a:blip r:embed="rId2"/>
          <a:stretch>
            <a:fillRect/>
          </a:stretch>
        </p:blipFill>
        <p:spPr>
          <a:xfrm>
            <a:off x="550844" y="1094704"/>
            <a:ext cx="10769686" cy="5370490"/>
          </a:xfrm>
          <a:prstGeom prst="rect">
            <a:avLst/>
          </a:prstGeom>
        </p:spPr>
      </p:pic>
      <p:sp>
        <p:nvSpPr>
          <p:cNvPr id="3" name="Rectangle 2">
            <a:extLst>
              <a:ext uri="{FF2B5EF4-FFF2-40B4-BE49-F238E27FC236}">
                <a16:creationId xmlns:a16="http://schemas.microsoft.com/office/drawing/2014/main" id="{524D9120-17F3-45B1-B30E-75FF6BD1141D}"/>
              </a:ext>
            </a:extLst>
          </p:cNvPr>
          <p:cNvSpPr/>
          <p:nvPr/>
        </p:nvSpPr>
        <p:spPr>
          <a:xfrm>
            <a:off x="550844" y="581205"/>
            <a:ext cx="2639697" cy="375552"/>
          </a:xfrm>
          <a:prstGeom prst="rect">
            <a:avLst/>
          </a:prstGeom>
        </p:spPr>
        <p:txBody>
          <a:bodyPr wrap="none">
            <a:spAutoFit/>
          </a:bodyPr>
          <a:lstStyle/>
          <a:p>
            <a:pPr>
              <a:lnSpc>
                <a:spcPct val="107000"/>
              </a:lnSpc>
              <a:spcAft>
                <a:spcPts val="800"/>
              </a:spcAft>
            </a:pPr>
            <a:r>
              <a:rPr lang="en-US" b="1" dirty="0">
                <a:latin typeface="Calibri" panose="020F0502020204030204" pitchFamily="34" charset="0"/>
                <a:ea typeface="Calibri" panose="020F0502020204030204" pitchFamily="34" charset="0"/>
                <a:cs typeface="Times New Roman" panose="02020603050405020304" pitchFamily="18" charset="0"/>
              </a:rPr>
              <a:t>User Email and Password</a:t>
            </a:r>
          </a:p>
        </p:txBody>
      </p:sp>
    </p:spTree>
    <p:extLst>
      <p:ext uri="{BB962C8B-B14F-4D97-AF65-F5344CB8AC3E}">
        <p14:creationId xmlns:p14="http://schemas.microsoft.com/office/powerpoint/2010/main" val="15251141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E46AEEC-FFDC-4AEB-8E39-60A7C3050A31}"/>
              </a:ext>
            </a:extLst>
          </p:cNvPr>
          <p:cNvPicPr/>
          <p:nvPr/>
        </p:nvPicPr>
        <p:blipFill>
          <a:blip r:embed="rId2"/>
          <a:stretch>
            <a:fillRect/>
          </a:stretch>
        </p:blipFill>
        <p:spPr>
          <a:xfrm>
            <a:off x="515155" y="759853"/>
            <a:ext cx="10419008" cy="5563673"/>
          </a:xfrm>
          <a:prstGeom prst="rect">
            <a:avLst/>
          </a:prstGeom>
        </p:spPr>
      </p:pic>
      <p:sp>
        <p:nvSpPr>
          <p:cNvPr id="4" name="Rectangle 3">
            <a:extLst>
              <a:ext uri="{FF2B5EF4-FFF2-40B4-BE49-F238E27FC236}">
                <a16:creationId xmlns:a16="http://schemas.microsoft.com/office/drawing/2014/main" id="{3B4E6820-E0C6-4F13-AA2B-C60E247B94C5}"/>
              </a:ext>
            </a:extLst>
          </p:cNvPr>
          <p:cNvSpPr/>
          <p:nvPr/>
        </p:nvSpPr>
        <p:spPr>
          <a:xfrm>
            <a:off x="515155" y="221274"/>
            <a:ext cx="6096000" cy="375552"/>
          </a:xfrm>
          <a:prstGeom prst="rect">
            <a:avLst/>
          </a:prstGeom>
        </p:spPr>
        <p:txBody>
          <a:bodyPr>
            <a:spAutoFit/>
          </a:bodyPr>
          <a:lstStyle/>
          <a:p>
            <a:pPr>
              <a:lnSpc>
                <a:spcPct val="107000"/>
              </a:lnSpc>
              <a:spcAft>
                <a:spcPts val="800"/>
              </a:spcAft>
            </a:pPr>
            <a:r>
              <a:rPr lang="en-US" b="1" dirty="0">
                <a:latin typeface="Calibri" panose="020F0502020204030204" pitchFamily="34" charset="0"/>
                <a:ea typeface="Calibri" panose="020F0502020204030204" pitchFamily="34" charset="0"/>
                <a:cs typeface="Times New Roman" panose="02020603050405020304" pitchFamily="18" charset="0"/>
              </a:rPr>
              <a:t>Before R</a:t>
            </a:r>
            <a:r>
              <a:rPr lang="en-US" b="1" dirty="0">
                <a:latin typeface="Calibri" panose="020F0502020204030204" pitchFamily="34" charset="0"/>
                <a:cs typeface="Times New Roman" panose="02020603050405020304" pitchFamily="18" charset="0"/>
              </a:rPr>
              <a:t>unning Script </a:t>
            </a:r>
            <a:r>
              <a:rPr lang="en-US" b="1" dirty="0">
                <a:latin typeface="Calibri" panose="020F0502020204030204" pitchFamily="34" charset="0"/>
                <a:ea typeface="Calibri" panose="020F0502020204030204" pitchFamily="34" charset="0"/>
                <a:cs typeface="Times New Roman" panose="02020603050405020304" pitchFamily="18" charset="0"/>
              </a:rPr>
              <a:t>(</a:t>
            </a:r>
            <a:r>
              <a:rPr lang="en-US" b="1" dirty="0">
                <a:latin typeface="Calibri" panose="020F0502020204030204" pitchFamily="34" charset="0"/>
                <a:cs typeface="Times New Roman" panose="02020603050405020304" pitchFamily="18" charset="0"/>
              </a:rPr>
              <a:t>Hardwar Hash not present)</a:t>
            </a:r>
          </a:p>
        </p:txBody>
      </p:sp>
    </p:spTree>
    <p:extLst>
      <p:ext uri="{BB962C8B-B14F-4D97-AF65-F5344CB8AC3E}">
        <p14:creationId xmlns:p14="http://schemas.microsoft.com/office/powerpoint/2010/main" val="19366002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5568EC3-4967-4361-91F8-A0238763EF79}"/>
              </a:ext>
            </a:extLst>
          </p:cNvPr>
          <p:cNvSpPr/>
          <p:nvPr/>
        </p:nvSpPr>
        <p:spPr>
          <a:xfrm>
            <a:off x="360609" y="311427"/>
            <a:ext cx="6096000" cy="375552"/>
          </a:xfrm>
          <a:prstGeom prst="rect">
            <a:avLst/>
          </a:prstGeom>
        </p:spPr>
        <p:txBody>
          <a:bodyPr>
            <a:spAutoFit/>
          </a:bodyPr>
          <a:lstStyle/>
          <a:p>
            <a:pPr>
              <a:lnSpc>
                <a:spcPct val="107000"/>
              </a:lnSpc>
              <a:spcAft>
                <a:spcPts val="800"/>
              </a:spcAft>
            </a:pPr>
            <a:r>
              <a:rPr lang="en-US" b="1" dirty="0">
                <a:latin typeface="Calibri" panose="020F0502020204030204" pitchFamily="34" charset="0"/>
                <a:ea typeface="Calibri" panose="020F0502020204030204" pitchFamily="34" charset="0"/>
                <a:cs typeface="Times New Roman" panose="02020603050405020304" pitchFamily="18" charset="0"/>
              </a:rPr>
              <a:t>After Running Script (</a:t>
            </a:r>
            <a:r>
              <a:rPr lang="en-US" b="1" dirty="0">
                <a:latin typeface="Calibri" panose="020F0502020204030204" pitchFamily="34" charset="0"/>
                <a:cs typeface="Times New Roman" panose="02020603050405020304" pitchFamily="18" charset="0"/>
              </a:rPr>
              <a:t>Hardwar Hash uploaded Successfully)</a:t>
            </a:r>
            <a:endParaRPr lang="en-US" b="1" dirty="0">
              <a:latin typeface="Calibri" panose="020F0502020204030204" pitchFamily="34" charset="0"/>
              <a:ea typeface="Calibri" panose="020F0502020204030204" pitchFamily="34" charset="0"/>
              <a:cs typeface="Times New Roman" panose="02020603050405020304" pitchFamily="18" charset="0"/>
            </a:endParaRPr>
          </a:p>
        </p:txBody>
      </p:sp>
      <p:pic>
        <p:nvPicPr>
          <p:cNvPr id="5" name="Picture 4">
            <a:extLst>
              <a:ext uri="{FF2B5EF4-FFF2-40B4-BE49-F238E27FC236}">
                <a16:creationId xmlns:a16="http://schemas.microsoft.com/office/drawing/2014/main" id="{583D01B9-CE7A-4BB6-9F2C-BDF32A7C64D1}"/>
              </a:ext>
            </a:extLst>
          </p:cNvPr>
          <p:cNvPicPr>
            <a:picLocks noChangeAspect="1"/>
          </p:cNvPicPr>
          <p:nvPr/>
        </p:nvPicPr>
        <p:blipFill>
          <a:blip r:embed="rId2"/>
          <a:stretch>
            <a:fillRect/>
          </a:stretch>
        </p:blipFill>
        <p:spPr>
          <a:xfrm>
            <a:off x="360608" y="1014010"/>
            <a:ext cx="11640643" cy="4820120"/>
          </a:xfrm>
          <a:prstGeom prst="rect">
            <a:avLst/>
          </a:prstGeom>
        </p:spPr>
      </p:pic>
    </p:spTree>
    <p:extLst>
      <p:ext uri="{BB962C8B-B14F-4D97-AF65-F5344CB8AC3E}">
        <p14:creationId xmlns:p14="http://schemas.microsoft.com/office/powerpoint/2010/main" val="1544299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B1BF5F9-005E-4D05-92A0-41A5E3D8A956}"/>
              </a:ext>
            </a:extLst>
          </p:cNvPr>
          <p:cNvSpPr txBox="1"/>
          <p:nvPr/>
        </p:nvSpPr>
        <p:spPr>
          <a:xfrm>
            <a:off x="3204475" y="535381"/>
            <a:ext cx="3335628" cy="369332"/>
          </a:xfrm>
          <a:prstGeom prst="rect">
            <a:avLst/>
          </a:prstGeom>
          <a:noFill/>
        </p:spPr>
        <p:txBody>
          <a:bodyPr wrap="square" rtlCol="0">
            <a:spAutoFit/>
          </a:bodyPr>
          <a:lstStyle/>
          <a:p>
            <a:pPr algn="ctr"/>
            <a:r>
              <a:rPr lang="en-US" b="1" u="sng" dirty="0">
                <a:highlight>
                  <a:srgbClr val="C0C0C0"/>
                </a:highlight>
                <a:latin typeface="Calibri" panose="020F0502020204030204" pitchFamily="34" charset="0"/>
                <a:cs typeface="Times New Roman" panose="02020603050405020304" pitchFamily="18" charset="0"/>
              </a:rPr>
              <a:t>Server Side Configuration</a:t>
            </a:r>
          </a:p>
        </p:txBody>
      </p:sp>
      <p:sp>
        <p:nvSpPr>
          <p:cNvPr id="5" name="Rectangle 4">
            <a:extLst>
              <a:ext uri="{FF2B5EF4-FFF2-40B4-BE49-F238E27FC236}">
                <a16:creationId xmlns:a16="http://schemas.microsoft.com/office/drawing/2014/main" id="{83CA6D4B-74FF-4544-935A-E6E09BF0ECC8}"/>
              </a:ext>
            </a:extLst>
          </p:cNvPr>
          <p:cNvSpPr/>
          <p:nvPr/>
        </p:nvSpPr>
        <p:spPr>
          <a:xfrm>
            <a:off x="690730" y="1581821"/>
            <a:ext cx="6019597" cy="367216"/>
          </a:xfrm>
          <a:prstGeom prst="rect">
            <a:avLst/>
          </a:prstGeom>
        </p:spPr>
        <p:txBody>
          <a:bodyPr wrap="none">
            <a:spAutoFit/>
          </a:bodyPr>
          <a:lstStyle/>
          <a:p>
            <a:pPr>
              <a:lnSpc>
                <a:spcPct val="107000"/>
              </a:lnSpc>
              <a:spcAft>
                <a:spcPts val="800"/>
              </a:spcAft>
            </a:pPr>
            <a:r>
              <a:rPr lang="en-US" b="1" dirty="0">
                <a:latin typeface="Arial" panose="020B0604020202020204" pitchFamily="34" charset="0"/>
                <a:ea typeface="Calibri" panose="020F0502020204030204" pitchFamily="34" charset="0"/>
                <a:cs typeface="Arial" panose="020B0604020202020204" pitchFamily="34" charset="0"/>
                <a:hlinkClick r:id="rId2"/>
              </a:rPr>
              <a:t>https://github.com/microsoft/Intune-PowerShell-SDK</a:t>
            </a:r>
            <a:r>
              <a:rPr lang="en-US" b="1" dirty="0">
                <a:latin typeface="Arial" panose="020B0604020202020204" pitchFamily="34" charset="0"/>
                <a:ea typeface="Calibri" panose="020F0502020204030204" pitchFamily="34" charset="0"/>
                <a:cs typeface="Arial" panose="020B0604020202020204" pitchFamily="34" charset="0"/>
              </a:rPr>
              <a:t> </a:t>
            </a:r>
          </a:p>
        </p:txBody>
      </p:sp>
      <p:sp>
        <p:nvSpPr>
          <p:cNvPr id="6" name="TextBox 5">
            <a:extLst>
              <a:ext uri="{FF2B5EF4-FFF2-40B4-BE49-F238E27FC236}">
                <a16:creationId xmlns:a16="http://schemas.microsoft.com/office/drawing/2014/main" id="{631DA17E-43C8-4B7F-997D-31C7CA5ABA4B}"/>
              </a:ext>
            </a:extLst>
          </p:cNvPr>
          <p:cNvSpPr txBox="1"/>
          <p:nvPr/>
        </p:nvSpPr>
        <p:spPr>
          <a:xfrm>
            <a:off x="690730" y="2102926"/>
            <a:ext cx="1022160" cy="338554"/>
          </a:xfrm>
          <a:prstGeom prst="rect">
            <a:avLst/>
          </a:prstGeom>
          <a:noFill/>
        </p:spPr>
        <p:txBody>
          <a:bodyPr wrap="square" rtlCol="0">
            <a:spAutoFit/>
          </a:bodyPr>
          <a:lstStyle/>
          <a:p>
            <a:r>
              <a:rPr lang="en-US" sz="1600" b="1" dirty="0">
                <a:latin typeface="Arial" panose="020B0604020202020204" pitchFamily="34" charset="0"/>
                <a:cs typeface="Arial" panose="020B0604020202020204" pitchFamily="34" charset="0"/>
              </a:rPr>
              <a:t>Step -1</a:t>
            </a:r>
            <a:endParaRPr lang="en-US" b="1" dirty="0"/>
          </a:p>
        </p:txBody>
      </p:sp>
      <p:sp>
        <p:nvSpPr>
          <p:cNvPr id="7" name="Rectangle 1">
            <a:extLst>
              <a:ext uri="{FF2B5EF4-FFF2-40B4-BE49-F238E27FC236}">
                <a16:creationId xmlns:a16="http://schemas.microsoft.com/office/drawing/2014/main" id="{034AD893-534D-40C9-AB67-957F7C4545C2}"/>
              </a:ext>
            </a:extLst>
          </p:cNvPr>
          <p:cNvSpPr>
            <a:spLocks noChangeArrowheads="1"/>
          </p:cNvSpPr>
          <p:nvPr/>
        </p:nvSpPr>
        <p:spPr bwMode="auto">
          <a:xfrm>
            <a:off x="774878" y="2564402"/>
            <a:ext cx="8194822"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defRPr>
                <a:solidFill>
                  <a:schemeClr val="tx1"/>
                </a:solidFill>
                <a:latin typeface="Arial" panose="020B0604020202020204" pitchFamily="34" charset="0"/>
              </a:defRPr>
            </a:lvl1pPr>
            <a:lvl2pPr eaLnBrk="0" fontAlgn="base" hangingPunct="0">
              <a:spcBef>
                <a:spcPct val="0"/>
              </a:spcBef>
              <a:spcAft>
                <a:spcPct val="0"/>
              </a:spcAft>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defRPr>
                <a:solidFill>
                  <a:schemeClr val="tx1"/>
                </a:solidFill>
                <a:latin typeface="Arial" panose="020B0604020202020204" pitchFamily="34" charset="0"/>
              </a:defRPr>
            </a:lvl2pPr>
            <a:lvl3pPr eaLnBrk="0" fontAlgn="base" hangingPunct="0">
              <a:spcBef>
                <a:spcPct val="0"/>
              </a:spcBef>
              <a:spcAft>
                <a:spcPct val="0"/>
              </a:spcAft>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defRPr>
                <a:solidFill>
                  <a:schemeClr val="tx1"/>
                </a:solidFill>
                <a:latin typeface="Arial" panose="020B0604020202020204" pitchFamily="34" charset="0"/>
              </a:defRPr>
            </a:lvl3pPr>
            <a:lvl4pPr eaLnBrk="0" fontAlgn="base" hangingPunct="0">
              <a:spcBef>
                <a:spcPct val="0"/>
              </a:spcBef>
              <a:spcAft>
                <a:spcPct val="0"/>
              </a:spcAft>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defRPr>
                <a:solidFill>
                  <a:schemeClr val="tx1"/>
                </a:solidFill>
                <a:latin typeface="Arial" panose="020B0604020202020204" pitchFamily="34" charset="0"/>
              </a:defRPr>
            </a:lvl4pPr>
            <a:lvl5pPr eaLnBrk="0" fontAlgn="base" hangingPunct="0">
              <a:spcBef>
                <a:spcPct val="0"/>
              </a:spcBef>
              <a:spcAft>
                <a:spcPct val="0"/>
              </a:spcAft>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defRPr>
                <a:solidFill>
                  <a:schemeClr val="tx1"/>
                </a:solidFill>
                <a:latin typeface="Arial" panose="020B0604020202020204" pitchFamily="34" charset="0"/>
              </a:defRPr>
            </a:lvl5pPr>
            <a:lvl6pPr eaLnBrk="0" fontAlgn="base" hangingPunct="0">
              <a:spcBef>
                <a:spcPct val="0"/>
              </a:spcBef>
              <a:spcAft>
                <a:spcPct val="0"/>
              </a:spcAft>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defRPr>
                <a:solidFill>
                  <a:schemeClr val="tx1"/>
                </a:solidFill>
                <a:latin typeface="Arial" panose="020B0604020202020204" pitchFamily="34" charset="0"/>
              </a:defRPr>
            </a:lvl6pPr>
            <a:lvl7pPr eaLnBrk="0" fontAlgn="base" hangingPunct="0">
              <a:spcBef>
                <a:spcPct val="0"/>
              </a:spcBef>
              <a:spcAft>
                <a:spcPct val="0"/>
              </a:spcAft>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defRPr>
                <a:solidFill>
                  <a:schemeClr val="tx1"/>
                </a:solidFill>
                <a:latin typeface="Arial" panose="020B0604020202020204" pitchFamily="34" charset="0"/>
              </a:defRPr>
            </a:lvl7pPr>
            <a:lvl8pPr eaLnBrk="0" fontAlgn="base" hangingPunct="0">
              <a:spcBef>
                <a:spcPct val="0"/>
              </a:spcBef>
              <a:spcAft>
                <a:spcPct val="0"/>
              </a:spcAft>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defRPr>
                <a:solidFill>
                  <a:schemeClr val="tx1"/>
                </a:solidFill>
                <a:latin typeface="Arial" panose="020B0604020202020204" pitchFamily="34" charset="0"/>
              </a:defRPr>
            </a:lvl8pPr>
            <a:lvl9pPr eaLnBrk="0" fontAlgn="base" hangingPunct="0">
              <a:spcBef>
                <a:spcPct val="0"/>
              </a:spcBef>
              <a:spcAft>
                <a:spcPct val="0"/>
              </a:spcAft>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lang="en-US" altLang="en-US" sz="1600" b="1" dirty="0">
                <a:cs typeface="Arial" panose="020B0604020202020204" pitchFamily="34" charset="0"/>
              </a:rPr>
              <a:t>Install-Module -Name </a:t>
            </a:r>
            <a:r>
              <a:rPr lang="en-US" altLang="en-US" sz="1600" b="1" dirty="0" err="1">
                <a:cs typeface="Arial" panose="020B0604020202020204" pitchFamily="34" charset="0"/>
              </a:rPr>
              <a:t>Microsoft.Graph.Intune</a:t>
            </a:r>
            <a:endParaRPr lang="en-US" altLang="en-US" sz="1600" b="1" dirty="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endParaRPr lang="en-US" altLang="en-US" sz="1600" dirty="0">
              <a:cs typeface="Arial" panose="020B0604020202020204" pitchFamily="34" charset="0"/>
            </a:endParaRPr>
          </a:p>
        </p:txBody>
      </p:sp>
      <p:pic>
        <p:nvPicPr>
          <p:cNvPr id="9" name="Picture 8">
            <a:extLst>
              <a:ext uri="{FF2B5EF4-FFF2-40B4-BE49-F238E27FC236}">
                <a16:creationId xmlns:a16="http://schemas.microsoft.com/office/drawing/2014/main" id="{828C1CCD-C7CC-4ECC-9BDD-38FA05E12B3D}"/>
              </a:ext>
            </a:extLst>
          </p:cNvPr>
          <p:cNvPicPr/>
          <p:nvPr/>
        </p:nvPicPr>
        <p:blipFill>
          <a:blip r:embed="rId3"/>
          <a:stretch>
            <a:fillRect/>
          </a:stretch>
        </p:blipFill>
        <p:spPr>
          <a:xfrm>
            <a:off x="774878" y="3056845"/>
            <a:ext cx="9695646" cy="3653048"/>
          </a:xfrm>
          <a:prstGeom prst="rect">
            <a:avLst/>
          </a:prstGeom>
        </p:spPr>
      </p:pic>
      <p:sp>
        <p:nvSpPr>
          <p:cNvPr id="12" name="TextBox 11">
            <a:extLst>
              <a:ext uri="{FF2B5EF4-FFF2-40B4-BE49-F238E27FC236}">
                <a16:creationId xmlns:a16="http://schemas.microsoft.com/office/drawing/2014/main" id="{92D7F662-11AC-48B4-A408-1B8C2A4B9043}"/>
              </a:ext>
            </a:extLst>
          </p:cNvPr>
          <p:cNvSpPr txBox="1"/>
          <p:nvPr/>
        </p:nvSpPr>
        <p:spPr>
          <a:xfrm>
            <a:off x="690730" y="1150934"/>
            <a:ext cx="8363118" cy="369332"/>
          </a:xfrm>
          <a:prstGeom prst="rect">
            <a:avLst/>
          </a:prstGeom>
          <a:noFill/>
        </p:spPr>
        <p:txBody>
          <a:bodyPr wrap="square" rtlCol="0">
            <a:spAutoFit/>
          </a:bodyPr>
          <a:lstStyle/>
          <a:p>
            <a:r>
              <a:rPr lang="en-US" sz="1600" dirty="0">
                <a:latin typeface="Arial" panose="020B0604020202020204" pitchFamily="34" charset="0"/>
                <a:cs typeface="Arial" panose="020B0604020202020204" pitchFamily="34" charset="0"/>
              </a:rPr>
              <a:t>Install Microsoft Intune PowerShell SDK and Provide consent to use this app</a:t>
            </a:r>
            <a:r>
              <a:rPr lang="en-US" dirty="0"/>
              <a:t>.</a:t>
            </a:r>
          </a:p>
        </p:txBody>
      </p:sp>
    </p:spTree>
    <p:extLst>
      <p:ext uri="{BB962C8B-B14F-4D97-AF65-F5344CB8AC3E}">
        <p14:creationId xmlns:p14="http://schemas.microsoft.com/office/powerpoint/2010/main" val="23614049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EEA5775-134C-4B6E-98BB-EA8FB7F315B8}"/>
              </a:ext>
            </a:extLst>
          </p:cNvPr>
          <p:cNvSpPr>
            <a:spLocks noChangeArrowheads="1"/>
          </p:cNvSpPr>
          <p:nvPr/>
        </p:nvSpPr>
        <p:spPr bwMode="auto">
          <a:xfrm>
            <a:off x="813515" y="1023332"/>
            <a:ext cx="8194822" cy="9848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defRPr>
                <a:solidFill>
                  <a:schemeClr val="tx1"/>
                </a:solidFill>
                <a:latin typeface="Arial" panose="020B0604020202020204" pitchFamily="34" charset="0"/>
              </a:defRPr>
            </a:lvl1pPr>
            <a:lvl2pPr eaLnBrk="0" fontAlgn="base" hangingPunct="0">
              <a:spcBef>
                <a:spcPct val="0"/>
              </a:spcBef>
              <a:spcAft>
                <a:spcPct val="0"/>
              </a:spcAft>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defRPr>
                <a:solidFill>
                  <a:schemeClr val="tx1"/>
                </a:solidFill>
                <a:latin typeface="Arial" panose="020B0604020202020204" pitchFamily="34" charset="0"/>
              </a:defRPr>
            </a:lvl2pPr>
            <a:lvl3pPr eaLnBrk="0" fontAlgn="base" hangingPunct="0">
              <a:spcBef>
                <a:spcPct val="0"/>
              </a:spcBef>
              <a:spcAft>
                <a:spcPct val="0"/>
              </a:spcAft>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defRPr>
                <a:solidFill>
                  <a:schemeClr val="tx1"/>
                </a:solidFill>
                <a:latin typeface="Arial" panose="020B0604020202020204" pitchFamily="34" charset="0"/>
              </a:defRPr>
            </a:lvl3pPr>
            <a:lvl4pPr eaLnBrk="0" fontAlgn="base" hangingPunct="0">
              <a:spcBef>
                <a:spcPct val="0"/>
              </a:spcBef>
              <a:spcAft>
                <a:spcPct val="0"/>
              </a:spcAft>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defRPr>
                <a:solidFill>
                  <a:schemeClr val="tx1"/>
                </a:solidFill>
                <a:latin typeface="Arial" panose="020B0604020202020204" pitchFamily="34" charset="0"/>
              </a:defRPr>
            </a:lvl4pPr>
            <a:lvl5pPr eaLnBrk="0" fontAlgn="base" hangingPunct="0">
              <a:spcBef>
                <a:spcPct val="0"/>
              </a:spcBef>
              <a:spcAft>
                <a:spcPct val="0"/>
              </a:spcAft>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defRPr>
                <a:solidFill>
                  <a:schemeClr val="tx1"/>
                </a:solidFill>
                <a:latin typeface="Arial" panose="020B0604020202020204" pitchFamily="34" charset="0"/>
              </a:defRPr>
            </a:lvl5pPr>
            <a:lvl6pPr eaLnBrk="0" fontAlgn="base" hangingPunct="0">
              <a:spcBef>
                <a:spcPct val="0"/>
              </a:spcBef>
              <a:spcAft>
                <a:spcPct val="0"/>
              </a:spcAft>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defRPr>
                <a:solidFill>
                  <a:schemeClr val="tx1"/>
                </a:solidFill>
                <a:latin typeface="Arial" panose="020B0604020202020204" pitchFamily="34" charset="0"/>
              </a:defRPr>
            </a:lvl6pPr>
            <a:lvl7pPr eaLnBrk="0" fontAlgn="base" hangingPunct="0">
              <a:spcBef>
                <a:spcPct val="0"/>
              </a:spcBef>
              <a:spcAft>
                <a:spcPct val="0"/>
              </a:spcAft>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defRPr>
                <a:solidFill>
                  <a:schemeClr val="tx1"/>
                </a:solidFill>
                <a:latin typeface="Arial" panose="020B0604020202020204" pitchFamily="34" charset="0"/>
              </a:defRPr>
            </a:lvl7pPr>
            <a:lvl8pPr eaLnBrk="0" fontAlgn="base" hangingPunct="0">
              <a:spcBef>
                <a:spcPct val="0"/>
              </a:spcBef>
              <a:spcAft>
                <a:spcPct val="0"/>
              </a:spcAft>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defRPr>
                <a:solidFill>
                  <a:schemeClr val="tx1"/>
                </a:solidFill>
                <a:latin typeface="Arial" panose="020B0604020202020204" pitchFamily="34" charset="0"/>
              </a:defRPr>
            </a:lvl8pPr>
            <a:lvl9pPr eaLnBrk="0" fontAlgn="base" hangingPunct="0">
              <a:spcBef>
                <a:spcPct val="0"/>
              </a:spcBef>
              <a:spcAft>
                <a:spcPct val="0"/>
              </a:spcAft>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lang="en-US" altLang="en-US" sz="1600" dirty="0">
                <a:cs typeface="Arial" panose="020B0604020202020204" pitchFamily="34" charset="0"/>
              </a:rPr>
              <a:t>An admin user must provide consent for this app to be used in their organization. This can be done with the following command:</a:t>
            </a: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endParaRPr lang="en-US" altLang="en-US" sz="1600" dirty="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lang="en-US" altLang="en-US" sz="1600" b="1" dirty="0">
                <a:cs typeface="Arial" panose="020B0604020202020204" pitchFamily="34" charset="0"/>
              </a:rPr>
              <a:t>Connect-MSGraph -</a:t>
            </a:r>
            <a:r>
              <a:rPr lang="en-US" altLang="en-US" sz="1600" b="1" dirty="0" err="1">
                <a:cs typeface="Arial" panose="020B0604020202020204" pitchFamily="34" charset="0"/>
              </a:rPr>
              <a:t>AdminConsent</a:t>
            </a:r>
            <a:r>
              <a:rPr lang="en-US" altLang="en-US" sz="1600" b="1" dirty="0">
                <a:cs typeface="Arial" panose="020B0604020202020204" pitchFamily="34" charset="0"/>
              </a:rPr>
              <a:t> </a:t>
            </a:r>
          </a:p>
        </p:txBody>
      </p:sp>
      <p:sp>
        <p:nvSpPr>
          <p:cNvPr id="3" name="TextBox 2">
            <a:extLst>
              <a:ext uri="{FF2B5EF4-FFF2-40B4-BE49-F238E27FC236}">
                <a16:creationId xmlns:a16="http://schemas.microsoft.com/office/drawing/2014/main" id="{D0CC47AF-315A-4CCA-AF16-979C83CB845F}"/>
              </a:ext>
            </a:extLst>
          </p:cNvPr>
          <p:cNvSpPr txBox="1"/>
          <p:nvPr/>
        </p:nvSpPr>
        <p:spPr>
          <a:xfrm>
            <a:off x="716488" y="570340"/>
            <a:ext cx="1022160" cy="338554"/>
          </a:xfrm>
          <a:prstGeom prst="rect">
            <a:avLst/>
          </a:prstGeom>
          <a:noFill/>
        </p:spPr>
        <p:txBody>
          <a:bodyPr wrap="square" rtlCol="0">
            <a:spAutoFit/>
          </a:bodyPr>
          <a:lstStyle/>
          <a:p>
            <a:r>
              <a:rPr lang="en-US" sz="1600" b="1" dirty="0">
                <a:latin typeface="Arial" panose="020B0604020202020204" pitchFamily="34" charset="0"/>
                <a:cs typeface="Arial" panose="020B0604020202020204" pitchFamily="34" charset="0"/>
              </a:rPr>
              <a:t>Step -2</a:t>
            </a:r>
            <a:endParaRPr lang="en-US" b="1" dirty="0"/>
          </a:p>
        </p:txBody>
      </p:sp>
      <p:pic>
        <p:nvPicPr>
          <p:cNvPr id="4" name="Picture 3">
            <a:extLst>
              <a:ext uri="{FF2B5EF4-FFF2-40B4-BE49-F238E27FC236}">
                <a16:creationId xmlns:a16="http://schemas.microsoft.com/office/drawing/2014/main" id="{2784BC88-202C-483B-B742-5AEEB1E39784}"/>
              </a:ext>
            </a:extLst>
          </p:cNvPr>
          <p:cNvPicPr/>
          <p:nvPr/>
        </p:nvPicPr>
        <p:blipFill>
          <a:blip r:embed="rId2"/>
          <a:stretch>
            <a:fillRect/>
          </a:stretch>
        </p:blipFill>
        <p:spPr>
          <a:xfrm>
            <a:off x="895080" y="2219011"/>
            <a:ext cx="10425449" cy="4259061"/>
          </a:xfrm>
          <a:prstGeom prst="rect">
            <a:avLst/>
          </a:prstGeom>
        </p:spPr>
      </p:pic>
    </p:spTree>
    <p:extLst>
      <p:ext uri="{BB962C8B-B14F-4D97-AF65-F5344CB8AC3E}">
        <p14:creationId xmlns:p14="http://schemas.microsoft.com/office/powerpoint/2010/main" val="33396634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9E1159F-95CA-4443-BFA7-6277C08B747E}"/>
              </a:ext>
            </a:extLst>
          </p:cNvPr>
          <p:cNvPicPr/>
          <p:nvPr/>
        </p:nvPicPr>
        <p:blipFill>
          <a:blip r:embed="rId2"/>
          <a:stretch>
            <a:fillRect/>
          </a:stretch>
        </p:blipFill>
        <p:spPr>
          <a:xfrm>
            <a:off x="509789" y="1773360"/>
            <a:ext cx="4023575" cy="3193960"/>
          </a:xfrm>
          <a:prstGeom prst="rect">
            <a:avLst/>
          </a:prstGeom>
        </p:spPr>
      </p:pic>
      <p:pic>
        <p:nvPicPr>
          <p:cNvPr id="3" name="Picture 2">
            <a:extLst>
              <a:ext uri="{FF2B5EF4-FFF2-40B4-BE49-F238E27FC236}">
                <a16:creationId xmlns:a16="http://schemas.microsoft.com/office/drawing/2014/main" id="{10DAEBB3-DDB8-46C7-86A0-0DADBCD8252A}"/>
              </a:ext>
            </a:extLst>
          </p:cNvPr>
          <p:cNvPicPr/>
          <p:nvPr/>
        </p:nvPicPr>
        <p:blipFill>
          <a:blip r:embed="rId3"/>
          <a:stretch>
            <a:fillRect/>
          </a:stretch>
        </p:blipFill>
        <p:spPr>
          <a:xfrm>
            <a:off x="5777585" y="117721"/>
            <a:ext cx="4023576" cy="3311279"/>
          </a:xfrm>
          <a:prstGeom prst="rect">
            <a:avLst/>
          </a:prstGeom>
        </p:spPr>
      </p:pic>
      <p:pic>
        <p:nvPicPr>
          <p:cNvPr id="4" name="Picture 3">
            <a:extLst>
              <a:ext uri="{FF2B5EF4-FFF2-40B4-BE49-F238E27FC236}">
                <a16:creationId xmlns:a16="http://schemas.microsoft.com/office/drawing/2014/main" id="{1173CF93-1B98-4624-BF07-9DDE649BF82A}"/>
              </a:ext>
            </a:extLst>
          </p:cNvPr>
          <p:cNvPicPr/>
          <p:nvPr/>
        </p:nvPicPr>
        <p:blipFill>
          <a:blip r:embed="rId4"/>
          <a:stretch>
            <a:fillRect/>
          </a:stretch>
        </p:blipFill>
        <p:spPr>
          <a:xfrm>
            <a:off x="5777585" y="3429000"/>
            <a:ext cx="4023575" cy="3429000"/>
          </a:xfrm>
          <a:prstGeom prst="rect">
            <a:avLst/>
          </a:prstGeom>
        </p:spPr>
      </p:pic>
    </p:spTree>
    <p:extLst>
      <p:ext uri="{BB962C8B-B14F-4D97-AF65-F5344CB8AC3E}">
        <p14:creationId xmlns:p14="http://schemas.microsoft.com/office/powerpoint/2010/main" val="30177628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CBEE1D5-910C-422F-A34B-0337908A1211}"/>
              </a:ext>
            </a:extLst>
          </p:cNvPr>
          <p:cNvSpPr txBox="1"/>
          <p:nvPr/>
        </p:nvSpPr>
        <p:spPr>
          <a:xfrm>
            <a:off x="620036" y="584455"/>
            <a:ext cx="1022160" cy="338554"/>
          </a:xfrm>
          <a:prstGeom prst="rect">
            <a:avLst/>
          </a:prstGeom>
          <a:noFill/>
        </p:spPr>
        <p:txBody>
          <a:bodyPr wrap="square" rtlCol="0">
            <a:spAutoFit/>
          </a:bodyPr>
          <a:lstStyle/>
          <a:p>
            <a:r>
              <a:rPr lang="en-US" sz="1600" b="1" dirty="0">
                <a:latin typeface="Arial" panose="020B0604020202020204" pitchFamily="34" charset="0"/>
                <a:cs typeface="Arial" panose="020B0604020202020204" pitchFamily="34" charset="0"/>
              </a:rPr>
              <a:t>Step -3</a:t>
            </a:r>
            <a:endParaRPr lang="en-US" b="1" dirty="0"/>
          </a:p>
        </p:txBody>
      </p:sp>
      <p:sp>
        <p:nvSpPr>
          <p:cNvPr id="6" name="TextBox 5">
            <a:extLst>
              <a:ext uri="{FF2B5EF4-FFF2-40B4-BE49-F238E27FC236}">
                <a16:creationId xmlns:a16="http://schemas.microsoft.com/office/drawing/2014/main" id="{E62F2404-22CF-4694-A005-3EA0AAA440D5}"/>
              </a:ext>
            </a:extLst>
          </p:cNvPr>
          <p:cNvSpPr txBox="1"/>
          <p:nvPr/>
        </p:nvSpPr>
        <p:spPr>
          <a:xfrm>
            <a:off x="620036" y="1150706"/>
            <a:ext cx="10236854" cy="646331"/>
          </a:xfrm>
          <a:prstGeom prst="rect">
            <a:avLst/>
          </a:prstGeom>
          <a:noFill/>
        </p:spPr>
        <p:txBody>
          <a:bodyPr wrap="square" rtlCol="0">
            <a:spAutoFit/>
          </a:bodyPr>
          <a:lstStyle/>
          <a:p>
            <a:r>
              <a:rPr lang="en-US" dirty="0"/>
              <a:t>Go to the Microsoft Intune PowerShell application under AZURE AD, hit properties and say yes to User Assignment required.</a:t>
            </a:r>
          </a:p>
        </p:txBody>
      </p:sp>
      <p:pic>
        <p:nvPicPr>
          <p:cNvPr id="2" name="Picture 1">
            <a:extLst>
              <a:ext uri="{FF2B5EF4-FFF2-40B4-BE49-F238E27FC236}">
                <a16:creationId xmlns:a16="http://schemas.microsoft.com/office/drawing/2014/main" id="{4BC79931-BD93-45F2-9885-6BF991535CDD}"/>
              </a:ext>
            </a:extLst>
          </p:cNvPr>
          <p:cNvPicPr>
            <a:picLocks noChangeAspect="1"/>
          </p:cNvPicPr>
          <p:nvPr/>
        </p:nvPicPr>
        <p:blipFill>
          <a:blip r:embed="rId2"/>
          <a:stretch>
            <a:fillRect/>
          </a:stretch>
        </p:blipFill>
        <p:spPr>
          <a:xfrm>
            <a:off x="714442" y="2024734"/>
            <a:ext cx="8493952" cy="4304017"/>
          </a:xfrm>
          <a:prstGeom prst="rect">
            <a:avLst/>
          </a:prstGeom>
        </p:spPr>
      </p:pic>
    </p:spTree>
    <p:extLst>
      <p:ext uri="{BB962C8B-B14F-4D97-AF65-F5344CB8AC3E}">
        <p14:creationId xmlns:p14="http://schemas.microsoft.com/office/powerpoint/2010/main" val="1036126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31EC51C-B5F3-43E2-8693-6BEF712B9CEE}"/>
              </a:ext>
            </a:extLst>
          </p:cNvPr>
          <p:cNvSpPr txBox="1"/>
          <p:nvPr/>
        </p:nvSpPr>
        <p:spPr>
          <a:xfrm>
            <a:off x="627588" y="570340"/>
            <a:ext cx="1022160" cy="338554"/>
          </a:xfrm>
          <a:prstGeom prst="rect">
            <a:avLst/>
          </a:prstGeom>
          <a:noFill/>
        </p:spPr>
        <p:txBody>
          <a:bodyPr wrap="square" rtlCol="0">
            <a:spAutoFit/>
          </a:bodyPr>
          <a:lstStyle/>
          <a:p>
            <a:r>
              <a:rPr lang="en-US" sz="1600" b="1" dirty="0">
                <a:latin typeface="Arial" panose="020B0604020202020204" pitchFamily="34" charset="0"/>
                <a:cs typeface="Arial" panose="020B0604020202020204" pitchFamily="34" charset="0"/>
              </a:rPr>
              <a:t>Step -4</a:t>
            </a:r>
            <a:endParaRPr lang="en-US" b="1" dirty="0"/>
          </a:p>
        </p:txBody>
      </p:sp>
      <p:sp>
        <p:nvSpPr>
          <p:cNvPr id="3" name="Rectangle 2">
            <a:extLst>
              <a:ext uri="{FF2B5EF4-FFF2-40B4-BE49-F238E27FC236}">
                <a16:creationId xmlns:a16="http://schemas.microsoft.com/office/drawing/2014/main" id="{0730A0B5-7D0E-4844-81D5-BFE5EF7D319C}"/>
              </a:ext>
            </a:extLst>
          </p:cNvPr>
          <p:cNvSpPr>
            <a:spLocks noChangeArrowheads="1"/>
          </p:cNvSpPr>
          <p:nvPr/>
        </p:nvSpPr>
        <p:spPr bwMode="auto">
          <a:xfrm>
            <a:off x="716488" y="955060"/>
            <a:ext cx="6135073"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defRPr>
                <a:solidFill>
                  <a:schemeClr val="tx1"/>
                </a:solidFill>
                <a:latin typeface="Arial" panose="020B0604020202020204" pitchFamily="34" charset="0"/>
              </a:defRPr>
            </a:lvl1pPr>
            <a:lvl2pPr eaLnBrk="0" fontAlgn="base" hangingPunct="0">
              <a:spcBef>
                <a:spcPct val="0"/>
              </a:spcBef>
              <a:spcAft>
                <a:spcPct val="0"/>
              </a:spcAft>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defRPr>
                <a:solidFill>
                  <a:schemeClr val="tx1"/>
                </a:solidFill>
                <a:latin typeface="Arial" panose="020B0604020202020204" pitchFamily="34" charset="0"/>
              </a:defRPr>
            </a:lvl2pPr>
            <a:lvl3pPr eaLnBrk="0" fontAlgn="base" hangingPunct="0">
              <a:spcBef>
                <a:spcPct val="0"/>
              </a:spcBef>
              <a:spcAft>
                <a:spcPct val="0"/>
              </a:spcAft>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defRPr>
                <a:solidFill>
                  <a:schemeClr val="tx1"/>
                </a:solidFill>
                <a:latin typeface="Arial" panose="020B0604020202020204" pitchFamily="34" charset="0"/>
              </a:defRPr>
            </a:lvl3pPr>
            <a:lvl4pPr eaLnBrk="0" fontAlgn="base" hangingPunct="0">
              <a:spcBef>
                <a:spcPct val="0"/>
              </a:spcBef>
              <a:spcAft>
                <a:spcPct val="0"/>
              </a:spcAft>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defRPr>
                <a:solidFill>
                  <a:schemeClr val="tx1"/>
                </a:solidFill>
                <a:latin typeface="Arial" panose="020B0604020202020204" pitchFamily="34" charset="0"/>
              </a:defRPr>
            </a:lvl4pPr>
            <a:lvl5pPr eaLnBrk="0" fontAlgn="base" hangingPunct="0">
              <a:spcBef>
                <a:spcPct val="0"/>
              </a:spcBef>
              <a:spcAft>
                <a:spcPct val="0"/>
              </a:spcAft>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defRPr>
                <a:solidFill>
                  <a:schemeClr val="tx1"/>
                </a:solidFill>
                <a:latin typeface="Arial" panose="020B0604020202020204" pitchFamily="34" charset="0"/>
              </a:defRPr>
            </a:lvl5pPr>
            <a:lvl6pPr eaLnBrk="0" fontAlgn="base" hangingPunct="0">
              <a:spcBef>
                <a:spcPct val="0"/>
              </a:spcBef>
              <a:spcAft>
                <a:spcPct val="0"/>
              </a:spcAft>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defRPr>
                <a:solidFill>
                  <a:schemeClr val="tx1"/>
                </a:solidFill>
                <a:latin typeface="Arial" panose="020B0604020202020204" pitchFamily="34" charset="0"/>
              </a:defRPr>
            </a:lvl6pPr>
            <a:lvl7pPr eaLnBrk="0" fontAlgn="base" hangingPunct="0">
              <a:spcBef>
                <a:spcPct val="0"/>
              </a:spcBef>
              <a:spcAft>
                <a:spcPct val="0"/>
              </a:spcAft>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defRPr>
                <a:solidFill>
                  <a:schemeClr val="tx1"/>
                </a:solidFill>
                <a:latin typeface="Arial" panose="020B0604020202020204" pitchFamily="34" charset="0"/>
              </a:defRPr>
            </a:lvl7pPr>
            <a:lvl8pPr eaLnBrk="0" fontAlgn="base" hangingPunct="0">
              <a:spcBef>
                <a:spcPct val="0"/>
              </a:spcBef>
              <a:spcAft>
                <a:spcPct val="0"/>
              </a:spcAft>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defRPr>
                <a:solidFill>
                  <a:schemeClr val="tx1"/>
                </a:solidFill>
                <a:latin typeface="Arial" panose="020B0604020202020204" pitchFamily="34" charset="0"/>
              </a:defRPr>
            </a:lvl8pPr>
            <a:lvl9pPr eaLnBrk="0" fontAlgn="base" hangingPunct="0">
              <a:spcBef>
                <a:spcPct val="0"/>
              </a:spcBef>
              <a:spcAft>
                <a:spcPct val="0"/>
              </a:spcAft>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lang="en-US" altLang="en-US" sz="1600" dirty="0">
                <a:cs typeface="Arial" panose="020B0604020202020204" pitchFamily="34" charset="0"/>
              </a:rPr>
              <a:t>Approve Admin Consent and User Consent Under Permissions </a:t>
            </a:r>
          </a:p>
        </p:txBody>
      </p:sp>
      <p:pic>
        <p:nvPicPr>
          <p:cNvPr id="4" name="Picture 3">
            <a:extLst>
              <a:ext uri="{FF2B5EF4-FFF2-40B4-BE49-F238E27FC236}">
                <a16:creationId xmlns:a16="http://schemas.microsoft.com/office/drawing/2014/main" id="{5332614F-F42B-4965-BEAA-E4E9F9C1BF39}"/>
              </a:ext>
            </a:extLst>
          </p:cNvPr>
          <p:cNvPicPr/>
          <p:nvPr/>
        </p:nvPicPr>
        <p:blipFill>
          <a:blip r:embed="rId2"/>
          <a:stretch>
            <a:fillRect/>
          </a:stretch>
        </p:blipFill>
        <p:spPr>
          <a:xfrm>
            <a:off x="716488" y="1773339"/>
            <a:ext cx="5254581" cy="4129601"/>
          </a:xfrm>
          <a:prstGeom prst="rect">
            <a:avLst/>
          </a:prstGeom>
        </p:spPr>
      </p:pic>
      <p:pic>
        <p:nvPicPr>
          <p:cNvPr id="5" name="Picture 4">
            <a:extLst>
              <a:ext uri="{FF2B5EF4-FFF2-40B4-BE49-F238E27FC236}">
                <a16:creationId xmlns:a16="http://schemas.microsoft.com/office/drawing/2014/main" id="{F963096C-368A-40AB-8538-ACAED191C104}"/>
              </a:ext>
            </a:extLst>
          </p:cNvPr>
          <p:cNvPicPr/>
          <p:nvPr/>
        </p:nvPicPr>
        <p:blipFill>
          <a:blip r:embed="rId3"/>
          <a:stretch>
            <a:fillRect/>
          </a:stretch>
        </p:blipFill>
        <p:spPr>
          <a:xfrm>
            <a:off x="6465195" y="1938840"/>
            <a:ext cx="5254580" cy="3964100"/>
          </a:xfrm>
          <a:prstGeom prst="rect">
            <a:avLst/>
          </a:prstGeom>
        </p:spPr>
      </p:pic>
    </p:spTree>
    <p:extLst>
      <p:ext uri="{BB962C8B-B14F-4D97-AF65-F5344CB8AC3E}">
        <p14:creationId xmlns:p14="http://schemas.microsoft.com/office/powerpoint/2010/main" val="1371325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7235FE7-D099-44E5-B462-DC560638B624}"/>
              </a:ext>
            </a:extLst>
          </p:cNvPr>
          <p:cNvSpPr txBox="1"/>
          <p:nvPr/>
        </p:nvSpPr>
        <p:spPr>
          <a:xfrm>
            <a:off x="424973" y="570340"/>
            <a:ext cx="1022160" cy="338554"/>
          </a:xfrm>
          <a:prstGeom prst="rect">
            <a:avLst/>
          </a:prstGeom>
          <a:noFill/>
        </p:spPr>
        <p:txBody>
          <a:bodyPr wrap="square" rtlCol="0">
            <a:spAutoFit/>
          </a:bodyPr>
          <a:lstStyle/>
          <a:p>
            <a:r>
              <a:rPr lang="en-US" sz="1600" b="1" dirty="0">
                <a:latin typeface="Arial" panose="020B0604020202020204" pitchFamily="34" charset="0"/>
                <a:cs typeface="Arial" panose="020B0604020202020204" pitchFamily="34" charset="0"/>
              </a:rPr>
              <a:t>Step - 5</a:t>
            </a:r>
            <a:endParaRPr lang="en-US" b="1" dirty="0"/>
          </a:p>
        </p:txBody>
      </p:sp>
      <p:sp>
        <p:nvSpPr>
          <p:cNvPr id="3" name="Rectangle 2">
            <a:extLst>
              <a:ext uri="{FF2B5EF4-FFF2-40B4-BE49-F238E27FC236}">
                <a16:creationId xmlns:a16="http://schemas.microsoft.com/office/drawing/2014/main" id="{60C0B11D-3A7A-43C3-B55F-DE93D31B5B10}"/>
              </a:ext>
            </a:extLst>
          </p:cNvPr>
          <p:cNvSpPr>
            <a:spLocks noChangeArrowheads="1"/>
          </p:cNvSpPr>
          <p:nvPr/>
        </p:nvSpPr>
        <p:spPr bwMode="auto">
          <a:xfrm>
            <a:off x="498798" y="908894"/>
            <a:ext cx="8865394"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defRPr>
                <a:solidFill>
                  <a:schemeClr val="tx1"/>
                </a:solidFill>
                <a:latin typeface="Arial" panose="020B0604020202020204" pitchFamily="34" charset="0"/>
              </a:defRPr>
            </a:lvl1pPr>
            <a:lvl2pPr eaLnBrk="0" fontAlgn="base" hangingPunct="0">
              <a:spcBef>
                <a:spcPct val="0"/>
              </a:spcBef>
              <a:spcAft>
                <a:spcPct val="0"/>
              </a:spcAft>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defRPr>
                <a:solidFill>
                  <a:schemeClr val="tx1"/>
                </a:solidFill>
                <a:latin typeface="Arial" panose="020B0604020202020204" pitchFamily="34" charset="0"/>
              </a:defRPr>
            </a:lvl2pPr>
            <a:lvl3pPr eaLnBrk="0" fontAlgn="base" hangingPunct="0">
              <a:spcBef>
                <a:spcPct val="0"/>
              </a:spcBef>
              <a:spcAft>
                <a:spcPct val="0"/>
              </a:spcAft>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defRPr>
                <a:solidFill>
                  <a:schemeClr val="tx1"/>
                </a:solidFill>
                <a:latin typeface="Arial" panose="020B0604020202020204" pitchFamily="34" charset="0"/>
              </a:defRPr>
            </a:lvl3pPr>
            <a:lvl4pPr eaLnBrk="0" fontAlgn="base" hangingPunct="0">
              <a:spcBef>
                <a:spcPct val="0"/>
              </a:spcBef>
              <a:spcAft>
                <a:spcPct val="0"/>
              </a:spcAft>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defRPr>
                <a:solidFill>
                  <a:schemeClr val="tx1"/>
                </a:solidFill>
                <a:latin typeface="Arial" panose="020B0604020202020204" pitchFamily="34" charset="0"/>
              </a:defRPr>
            </a:lvl4pPr>
            <a:lvl5pPr eaLnBrk="0" fontAlgn="base" hangingPunct="0">
              <a:spcBef>
                <a:spcPct val="0"/>
              </a:spcBef>
              <a:spcAft>
                <a:spcPct val="0"/>
              </a:spcAft>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defRPr>
                <a:solidFill>
                  <a:schemeClr val="tx1"/>
                </a:solidFill>
                <a:latin typeface="Arial" panose="020B0604020202020204" pitchFamily="34" charset="0"/>
              </a:defRPr>
            </a:lvl5pPr>
            <a:lvl6pPr eaLnBrk="0" fontAlgn="base" hangingPunct="0">
              <a:spcBef>
                <a:spcPct val="0"/>
              </a:spcBef>
              <a:spcAft>
                <a:spcPct val="0"/>
              </a:spcAft>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defRPr>
                <a:solidFill>
                  <a:schemeClr val="tx1"/>
                </a:solidFill>
                <a:latin typeface="Arial" panose="020B0604020202020204" pitchFamily="34" charset="0"/>
              </a:defRPr>
            </a:lvl6pPr>
            <a:lvl7pPr eaLnBrk="0" fontAlgn="base" hangingPunct="0">
              <a:spcBef>
                <a:spcPct val="0"/>
              </a:spcBef>
              <a:spcAft>
                <a:spcPct val="0"/>
              </a:spcAft>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defRPr>
                <a:solidFill>
                  <a:schemeClr val="tx1"/>
                </a:solidFill>
                <a:latin typeface="Arial" panose="020B0604020202020204" pitchFamily="34" charset="0"/>
              </a:defRPr>
            </a:lvl7pPr>
            <a:lvl8pPr eaLnBrk="0" fontAlgn="base" hangingPunct="0">
              <a:spcBef>
                <a:spcPct val="0"/>
              </a:spcBef>
              <a:spcAft>
                <a:spcPct val="0"/>
              </a:spcAft>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defRPr>
                <a:solidFill>
                  <a:schemeClr val="tx1"/>
                </a:solidFill>
                <a:latin typeface="Arial" panose="020B0604020202020204" pitchFamily="34" charset="0"/>
              </a:defRPr>
            </a:lvl8pPr>
            <a:lvl9pPr eaLnBrk="0" fontAlgn="base" hangingPunct="0">
              <a:spcBef>
                <a:spcPct val="0"/>
              </a:spcBef>
              <a:spcAft>
                <a:spcPct val="0"/>
              </a:spcAft>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defRPr>
                <a:solidFill>
                  <a:schemeClr val="tx1"/>
                </a:solidFill>
                <a:latin typeface="Arial" panose="020B0604020202020204" pitchFamily="34" charset="0"/>
              </a:defRPr>
            </a:lvl9pPr>
          </a:lstStyle>
          <a:p>
            <a:pPr lvl="0"/>
            <a:r>
              <a:rPr lang="en-US" sz="1600" dirty="0">
                <a:cs typeface="Arial" panose="020B0604020202020204" pitchFamily="34" charset="0"/>
              </a:rPr>
              <a:t>Add necessary users and groups in “Microsoft Intune PowerShell App” under Users &amp; Groups</a:t>
            </a:r>
          </a:p>
          <a:p>
            <a:pPr lvl="0"/>
            <a:endParaRPr lang="en-US" altLang="en-US" sz="1600" dirty="0">
              <a:cs typeface="Arial" panose="020B0604020202020204" pitchFamily="34" charset="0"/>
            </a:endParaRPr>
          </a:p>
          <a:p>
            <a:pPr lvl="0"/>
            <a:endParaRPr lang="en-US" altLang="en-US" sz="1600" dirty="0">
              <a:cs typeface="Arial" panose="020B0604020202020204" pitchFamily="34" charset="0"/>
            </a:endParaRPr>
          </a:p>
        </p:txBody>
      </p:sp>
      <p:sp>
        <p:nvSpPr>
          <p:cNvPr id="4" name="Rectangle 3">
            <a:extLst>
              <a:ext uri="{FF2B5EF4-FFF2-40B4-BE49-F238E27FC236}">
                <a16:creationId xmlns:a16="http://schemas.microsoft.com/office/drawing/2014/main" id="{187A8F66-1BCE-493E-A966-F284C6FBACAC}"/>
              </a:ext>
            </a:extLst>
          </p:cNvPr>
          <p:cNvSpPr>
            <a:spLocks noChangeArrowheads="1"/>
          </p:cNvSpPr>
          <p:nvPr/>
        </p:nvSpPr>
        <p:spPr bwMode="auto">
          <a:xfrm>
            <a:off x="498798" y="1680572"/>
            <a:ext cx="8865394"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defRPr>
                <a:solidFill>
                  <a:schemeClr val="tx1"/>
                </a:solidFill>
                <a:latin typeface="Arial" panose="020B0604020202020204" pitchFamily="34" charset="0"/>
              </a:defRPr>
            </a:lvl1pPr>
            <a:lvl2pPr eaLnBrk="0" fontAlgn="base" hangingPunct="0">
              <a:spcBef>
                <a:spcPct val="0"/>
              </a:spcBef>
              <a:spcAft>
                <a:spcPct val="0"/>
              </a:spcAft>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defRPr>
                <a:solidFill>
                  <a:schemeClr val="tx1"/>
                </a:solidFill>
                <a:latin typeface="Arial" panose="020B0604020202020204" pitchFamily="34" charset="0"/>
              </a:defRPr>
            </a:lvl2pPr>
            <a:lvl3pPr eaLnBrk="0" fontAlgn="base" hangingPunct="0">
              <a:spcBef>
                <a:spcPct val="0"/>
              </a:spcBef>
              <a:spcAft>
                <a:spcPct val="0"/>
              </a:spcAft>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defRPr>
                <a:solidFill>
                  <a:schemeClr val="tx1"/>
                </a:solidFill>
                <a:latin typeface="Arial" panose="020B0604020202020204" pitchFamily="34" charset="0"/>
              </a:defRPr>
            </a:lvl3pPr>
            <a:lvl4pPr eaLnBrk="0" fontAlgn="base" hangingPunct="0">
              <a:spcBef>
                <a:spcPct val="0"/>
              </a:spcBef>
              <a:spcAft>
                <a:spcPct val="0"/>
              </a:spcAft>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defRPr>
                <a:solidFill>
                  <a:schemeClr val="tx1"/>
                </a:solidFill>
                <a:latin typeface="Arial" panose="020B0604020202020204" pitchFamily="34" charset="0"/>
              </a:defRPr>
            </a:lvl4pPr>
            <a:lvl5pPr eaLnBrk="0" fontAlgn="base" hangingPunct="0">
              <a:spcBef>
                <a:spcPct val="0"/>
              </a:spcBef>
              <a:spcAft>
                <a:spcPct val="0"/>
              </a:spcAft>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defRPr>
                <a:solidFill>
                  <a:schemeClr val="tx1"/>
                </a:solidFill>
                <a:latin typeface="Arial" panose="020B0604020202020204" pitchFamily="34" charset="0"/>
              </a:defRPr>
            </a:lvl5pPr>
            <a:lvl6pPr eaLnBrk="0" fontAlgn="base" hangingPunct="0">
              <a:spcBef>
                <a:spcPct val="0"/>
              </a:spcBef>
              <a:spcAft>
                <a:spcPct val="0"/>
              </a:spcAft>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defRPr>
                <a:solidFill>
                  <a:schemeClr val="tx1"/>
                </a:solidFill>
                <a:latin typeface="Arial" panose="020B0604020202020204" pitchFamily="34" charset="0"/>
              </a:defRPr>
            </a:lvl6pPr>
            <a:lvl7pPr eaLnBrk="0" fontAlgn="base" hangingPunct="0">
              <a:spcBef>
                <a:spcPct val="0"/>
              </a:spcBef>
              <a:spcAft>
                <a:spcPct val="0"/>
              </a:spcAft>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defRPr>
                <a:solidFill>
                  <a:schemeClr val="tx1"/>
                </a:solidFill>
                <a:latin typeface="Arial" panose="020B0604020202020204" pitchFamily="34" charset="0"/>
              </a:defRPr>
            </a:lvl7pPr>
            <a:lvl8pPr eaLnBrk="0" fontAlgn="base" hangingPunct="0">
              <a:spcBef>
                <a:spcPct val="0"/>
              </a:spcBef>
              <a:spcAft>
                <a:spcPct val="0"/>
              </a:spcAft>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defRPr>
                <a:solidFill>
                  <a:schemeClr val="tx1"/>
                </a:solidFill>
                <a:latin typeface="Arial" panose="020B0604020202020204" pitchFamily="34" charset="0"/>
              </a:defRPr>
            </a:lvl8pPr>
            <a:lvl9pPr eaLnBrk="0" fontAlgn="base" hangingPunct="0">
              <a:spcBef>
                <a:spcPct val="0"/>
              </a:spcBef>
              <a:spcAft>
                <a:spcPct val="0"/>
              </a:spcAft>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defRPr>
                <a:solidFill>
                  <a:schemeClr val="tx1"/>
                </a:solidFill>
                <a:latin typeface="Arial" panose="020B0604020202020204" pitchFamily="34" charset="0"/>
              </a:defRPr>
            </a:lvl9pPr>
          </a:lstStyle>
          <a:p>
            <a:pPr lvl="0"/>
            <a:r>
              <a:rPr lang="en-US" sz="1600" b="1" dirty="0">
                <a:cs typeface="Arial" panose="020B0604020202020204" pitchFamily="34" charset="0"/>
              </a:rPr>
              <a:t>Groups Name</a:t>
            </a:r>
          </a:p>
          <a:p>
            <a:pPr lvl="0"/>
            <a:endParaRPr lang="en-US" sz="1600" dirty="0">
              <a:cs typeface="Arial" panose="020B0604020202020204" pitchFamily="34" charset="0"/>
            </a:endParaRPr>
          </a:p>
          <a:p>
            <a:pPr marL="342900" indent="-342900">
              <a:buFont typeface="+mj-lt"/>
              <a:buAutoNum type="arabicPeriod"/>
            </a:pPr>
            <a:r>
              <a:rPr lang="en-US" sz="1600" dirty="0">
                <a:cs typeface="Arial" panose="020B0604020202020204" pitchFamily="34" charset="0"/>
              </a:rPr>
              <a:t>S-Global Intune - Service Desk L1</a:t>
            </a:r>
          </a:p>
          <a:p>
            <a:pPr marL="342900" indent="-342900">
              <a:buFont typeface="+mj-lt"/>
              <a:buAutoNum type="arabicPeriod"/>
            </a:pPr>
            <a:r>
              <a:rPr lang="en-US" sz="1600" dirty="0">
                <a:cs typeface="Arial" panose="020B0604020202020204" pitchFamily="34" charset="0"/>
              </a:rPr>
              <a:t>S-Global Intune - Service Desk L2</a:t>
            </a:r>
          </a:p>
          <a:p>
            <a:pPr marL="342900" indent="-342900">
              <a:buFont typeface="+mj-lt"/>
              <a:buAutoNum type="arabicPeriod"/>
            </a:pPr>
            <a:r>
              <a:rPr lang="en-US" sz="1600" dirty="0">
                <a:cs typeface="Arial" panose="020B0604020202020204" pitchFamily="34" charset="0"/>
              </a:rPr>
              <a:t>Elekta FE </a:t>
            </a:r>
            <a:r>
              <a:rPr lang="en-US" sz="1600" b="1" dirty="0">
                <a:cs typeface="Arial" panose="020B0604020202020204" pitchFamily="34" charset="0"/>
              </a:rPr>
              <a:t>(New Group)</a:t>
            </a:r>
          </a:p>
          <a:p>
            <a:pPr marL="342900" indent="-342900">
              <a:buFont typeface="+mj-lt"/>
              <a:buAutoNum type="arabicPeriod"/>
            </a:pPr>
            <a:r>
              <a:rPr lang="en-US" sz="1600" dirty="0">
                <a:cs typeface="Arial" panose="020B0604020202020204" pitchFamily="34" charset="0"/>
              </a:rPr>
              <a:t>Adhoc User Group  </a:t>
            </a:r>
            <a:r>
              <a:rPr lang="en-US" sz="1600" b="1" dirty="0">
                <a:cs typeface="Arial" panose="020B0604020202020204" pitchFamily="34" charset="0"/>
              </a:rPr>
              <a:t>(New Group)</a:t>
            </a:r>
          </a:p>
        </p:txBody>
      </p:sp>
      <p:sp>
        <p:nvSpPr>
          <p:cNvPr id="5" name="TextBox 4">
            <a:extLst>
              <a:ext uri="{FF2B5EF4-FFF2-40B4-BE49-F238E27FC236}">
                <a16:creationId xmlns:a16="http://schemas.microsoft.com/office/drawing/2014/main" id="{92845819-1029-46B6-A629-36988FCAA570}"/>
              </a:ext>
            </a:extLst>
          </p:cNvPr>
          <p:cNvSpPr txBox="1"/>
          <p:nvPr/>
        </p:nvSpPr>
        <p:spPr>
          <a:xfrm>
            <a:off x="498797" y="3361547"/>
            <a:ext cx="1896671" cy="338554"/>
          </a:xfrm>
          <a:prstGeom prst="rect">
            <a:avLst/>
          </a:prstGeom>
          <a:noFill/>
        </p:spPr>
        <p:txBody>
          <a:bodyPr wrap="square" rtlCol="0">
            <a:spAutoFit/>
          </a:bodyPr>
          <a:lstStyle/>
          <a:p>
            <a:r>
              <a:rPr lang="en-US" sz="1600" b="1" u="sng" dirty="0">
                <a:latin typeface="Arial" panose="020B0604020202020204" pitchFamily="34" charset="0"/>
                <a:cs typeface="Arial" panose="020B0604020202020204" pitchFamily="34" charset="0"/>
              </a:rPr>
              <a:t>Roll Back Plan</a:t>
            </a:r>
            <a:endParaRPr lang="en-US" b="1" u="sng" dirty="0"/>
          </a:p>
        </p:txBody>
      </p:sp>
      <p:sp>
        <p:nvSpPr>
          <p:cNvPr id="6" name="Rectangle 5">
            <a:extLst>
              <a:ext uri="{FF2B5EF4-FFF2-40B4-BE49-F238E27FC236}">
                <a16:creationId xmlns:a16="http://schemas.microsoft.com/office/drawing/2014/main" id="{6C9A6278-8E7F-4D12-A8CF-C3EE285F9851}"/>
              </a:ext>
            </a:extLst>
          </p:cNvPr>
          <p:cNvSpPr>
            <a:spLocks noChangeArrowheads="1"/>
          </p:cNvSpPr>
          <p:nvPr/>
        </p:nvSpPr>
        <p:spPr bwMode="auto">
          <a:xfrm>
            <a:off x="498798" y="3700101"/>
            <a:ext cx="4833056" cy="12311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defRPr>
                <a:solidFill>
                  <a:schemeClr val="tx1"/>
                </a:solidFill>
                <a:latin typeface="Arial" panose="020B0604020202020204" pitchFamily="34" charset="0"/>
              </a:defRPr>
            </a:lvl1pPr>
            <a:lvl2pPr eaLnBrk="0" fontAlgn="base" hangingPunct="0">
              <a:spcBef>
                <a:spcPct val="0"/>
              </a:spcBef>
              <a:spcAft>
                <a:spcPct val="0"/>
              </a:spcAft>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defRPr>
                <a:solidFill>
                  <a:schemeClr val="tx1"/>
                </a:solidFill>
                <a:latin typeface="Arial" panose="020B0604020202020204" pitchFamily="34" charset="0"/>
              </a:defRPr>
            </a:lvl2pPr>
            <a:lvl3pPr eaLnBrk="0" fontAlgn="base" hangingPunct="0">
              <a:spcBef>
                <a:spcPct val="0"/>
              </a:spcBef>
              <a:spcAft>
                <a:spcPct val="0"/>
              </a:spcAft>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defRPr>
                <a:solidFill>
                  <a:schemeClr val="tx1"/>
                </a:solidFill>
                <a:latin typeface="Arial" panose="020B0604020202020204" pitchFamily="34" charset="0"/>
              </a:defRPr>
            </a:lvl3pPr>
            <a:lvl4pPr eaLnBrk="0" fontAlgn="base" hangingPunct="0">
              <a:spcBef>
                <a:spcPct val="0"/>
              </a:spcBef>
              <a:spcAft>
                <a:spcPct val="0"/>
              </a:spcAft>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defRPr>
                <a:solidFill>
                  <a:schemeClr val="tx1"/>
                </a:solidFill>
                <a:latin typeface="Arial" panose="020B0604020202020204" pitchFamily="34" charset="0"/>
              </a:defRPr>
            </a:lvl4pPr>
            <a:lvl5pPr eaLnBrk="0" fontAlgn="base" hangingPunct="0">
              <a:spcBef>
                <a:spcPct val="0"/>
              </a:spcBef>
              <a:spcAft>
                <a:spcPct val="0"/>
              </a:spcAft>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defRPr>
                <a:solidFill>
                  <a:schemeClr val="tx1"/>
                </a:solidFill>
                <a:latin typeface="Arial" panose="020B0604020202020204" pitchFamily="34" charset="0"/>
              </a:defRPr>
            </a:lvl5pPr>
            <a:lvl6pPr eaLnBrk="0" fontAlgn="base" hangingPunct="0">
              <a:spcBef>
                <a:spcPct val="0"/>
              </a:spcBef>
              <a:spcAft>
                <a:spcPct val="0"/>
              </a:spcAft>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defRPr>
                <a:solidFill>
                  <a:schemeClr val="tx1"/>
                </a:solidFill>
                <a:latin typeface="Arial" panose="020B0604020202020204" pitchFamily="34" charset="0"/>
              </a:defRPr>
            </a:lvl6pPr>
            <a:lvl7pPr eaLnBrk="0" fontAlgn="base" hangingPunct="0">
              <a:spcBef>
                <a:spcPct val="0"/>
              </a:spcBef>
              <a:spcAft>
                <a:spcPct val="0"/>
              </a:spcAft>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defRPr>
                <a:solidFill>
                  <a:schemeClr val="tx1"/>
                </a:solidFill>
                <a:latin typeface="Arial" panose="020B0604020202020204" pitchFamily="34" charset="0"/>
              </a:defRPr>
            </a:lvl7pPr>
            <a:lvl8pPr eaLnBrk="0" fontAlgn="base" hangingPunct="0">
              <a:spcBef>
                <a:spcPct val="0"/>
              </a:spcBef>
              <a:spcAft>
                <a:spcPct val="0"/>
              </a:spcAft>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defRPr>
                <a:solidFill>
                  <a:schemeClr val="tx1"/>
                </a:solidFill>
                <a:latin typeface="Arial" panose="020B0604020202020204" pitchFamily="34" charset="0"/>
              </a:defRPr>
            </a:lvl8pPr>
            <a:lvl9pPr eaLnBrk="0" fontAlgn="base" hangingPunct="0">
              <a:spcBef>
                <a:spcPct val="0"/>
              </a:spcBef>
              <a:spcAft>
                <a:spcPct val="0"/>
              </a:spcAft>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defRPr>
                <a:solidFill>
                  <a:schemeClr val="tx1"/>
                </a:solidFill>
                <a:latin typeface="Arial" panose="020B0604020202020204" pitchFamily="34" charset="0"/>
              </a:defRPr>
            </a:lvl9pPr>
          </a:lstStyle>
          <a:p>
            <a:endParaRPr lang="en-US" sz="1600" dirty="0"/>
          </a:p>
          <a:p>
            <a:r>
              <a:rPr lang="en-US" sz="1600" dirty="0"/>
              <a:t>Go to the Microsoft Intune PowerShell application under AZURE AD, hit properties and delete the application.</a:t>
            </a:r>
          </a:p>
          <a:p>
            <a:pPr lvl="0"/>
            <a:endParaRPr lang="en-US" altLang="en-US" sz="1600" dirty="0">
              <a:cs typeface="Arial" panose="020B0604020202020204" pitchFamily="34" charset="0"/>
            </a:endParaRPr>
          </a:p>
        </p:txBody>
      </p:sp>
      <p:pic>
        <p:nvPicPr>
          <p:cNvPr id="7" name="Picture 6">
            <a:extLst>
              <a:ext uri="{FF2B5EF4-FFF2-40B4-BE49-F238E27FC236}">
                <a16:creationId xmlns:a16="http://schemas.microsoft.com/office/drawing/2014/main" id="{01480831-2B09-43D3-9F81-8D2DF470E141}"/>
              </a:ext>
            </a:extLst>
          </p:cNvPr>
          <p:cNvPicPr>
            <a:picLocks noChangeAspect="1"/>
          </p:cNvPicPr>
          <p:nvPr/>
        </p:nvPicPr>
        <p:blipFill>
          <a:blip r:embed="rId2"/>
          <a:stretch>
            <a:fillRect/>
          </a:stretch>
        </p:blipFill>
        <p:spPr>
          <a:xfrm>
            <a:off x="5177308" y="3190914"/>
            <a:ext cx="6670442" cy="3454585"/>
          </a:xfrm>
          <a:prstGeom prst="rect">
            <a:avLst/>
          </a:prstGeom>
        </p:spPr>
      </p:pic>
    </p:spTree>
    <p:extLst>
      <p:ext uri="{BB962C8B-B14F-4D97-AF65-F5344CB8AC3E}">
        <p14:creationId xmlns:p14="http://schemas.microsoft.com/office/powerpoint/2010/main" val="7443875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436</TotalTime>
  <Words>539</Words>
  <Application>Microsoft Office PowerPoint</Application>
  <PresentationFormat>Widescreen</PresentationFormat>
  <Paragraphs>58</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Calibri Light</vt:lpstr>
      <vt:lpstr>Wingdings</vt:lpstr>
      <vt:lpstr>Office Theme</vt:lpstr>
      <vt:lpstr>PowerPoint Presentation</vt:lpstr>
      <vt:lpstr>Current Process</vt:lpstr>
      <vt:lpstr>Problem Statement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Pandey, Chander Mani</dc:creator>
  <cp:lastModifiedBy>Pandey, Chander Mani</cp:lastModifiedBy>
  <cp:revision>95</cp:revision>
  <dcterms:created xsi:type="dcterms:W3CDTF">2021-04-12T09:51:11Z</dcterms:created>
  <dcterms:modified xsi:type="dcterms:W3CDTF">2025-11-03T10:14:09Z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47f6f79-9070-4ada-976f-86354d57e079_Enabled">
    <vt:lpwstr>true</vt:lpwstr>
  </property>
  <property fmtid="{D5CDD505-2E9C-101B-9397-08002B2CF9AE}" pid="3" name="MSIP_Label_147f6f79-9070-4ada-976f-86354d57e079_SetDate">
    <vt:lpwstr>2025-11-03T10:13:49Z</vt:lpwstr>
  </property>
  <property fmtid="{D5CDD505-2E9C-101B-9397-08002B2CF9AE}" pid="4" name="MSIP_Label_147f6f79-9070-4ada-976f-86354d57e079_Method">
    <vt:lpwstr>Privileged</vt:lpwstr>
  </property>
  <property fmtid="{D5CDD505-2E9C-101B-9397-08002B2CF9AE}" pid="5" name="MSIP_Label_147f6f79-9070-4ada-976f-86354d57e079_Name">
    <vt:lpwstr>Public</vt:lpwstr>
  </property>
  <property fmtid="{D5CDD505-2E9C-101B-9397-08002B2CF9AE}" pid="6" name="MSIP_Label_147f6f79-9070-4ada-976f-86354d57e079_SiteId">
    <vt:lpwstr>8d894c2b-238f-490b-8dd1-d93898c5bf83</vt:lpwstr>
  </property>
  <property fmtid="{D5CDD505-2E9C-101B-9397-08002B2CF9AE}" pid="7" name="MSIP_Label_147f6f79-9070-4ada-976f-86354d57e079_ActionId">
    <vt:lpwstr>d899dfc8-d3fb-40da-9191-3af701c4b278</vt:lpwstr>
  </property>
  <property fmtid="{D5CDD505-2E9C-101B-9397-08002B2CF9AE}" pid="8" name="MSIP_Label_147f6f79-9070-4ada-976f-86354d57e079_ContentBits">
    <vt:lpwstr>0</vt:lpwstr>
  </property>
  <property fmtid="{D5CDD505-2E9C-101B-9397-08002B2CF9AE}" pid="9" name="MSIP_Label_147f6f79-9070-4ada-976f-86354d57e079_Tag">
    <vt:lpwstr>10, 0, 1, 1</vt:lpwstr>
  </property>
</Properties>
</file>